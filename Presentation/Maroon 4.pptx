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  <p:embeddedFont>
      <p:font typeface="Fira Sans Extra Condense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llKCuNPyT5fLi24VPXQy50QhG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1CF740-445E-4C22-B22E-B5E5084847C4}">
  <a:tblStyle styleId="{071CF740-445E-4C22-B22E-B5E5084847C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-regular.fntdata"/><Relationship Id="rId25" Type="http://schemas.openxmlformats.org/officeDocument/2006/relationships/font" Target="fonts/HelveticaNeue-boldItalic.fntdata"/><Relationship Id="rId28" Type="http://schemas.openxmlformats.org/officeDocument/2006/relationships/font" Target="fonts/FiraSansExtraCondensed-italic.fntdata"/><Relationship Id="rId27" Type="http://schemas.openxmlformats.org/officeDocument/2006/relationships/font" Target="fonts/FiraSansExtraCondense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Felipe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Felipe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Gael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Felipe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/>
          <p:nvPr>
            <p:ph type="ctrTitle"/>
          </p:nvPr>
        </p:nvSpPr>
        <p:spPr>
          <a:xfrm>
            <a:off x="4772100" y="1433500"/>
            <a:ext cx="39147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4"/>
          <p:cNvSpPr txBox="1"/>
          <p:nvPr>
            <p:ph idx="1" type="subTitle"/>
          </p:nvPr>
        </p:nvSpPr>
        <p:spPr>
          <a:xfrm>
            <a:off x="4772100" y="3227900"/>
            <a:ext cx="39147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fmla="val 1510" name="adj1"/>
            </a:avLst>
          </a:prstGeom>
          <a:solidFill>
            <a:schemeClr val="accent1"/>
          </a:solidFill>
          <a:ln cap="flat" cmpd="sng" w="25400">
            <a:solidFill>
              <a:srgbClr val="655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4031311" y="2214115"/>
            <a:ext cx="4787752" cy="809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800"/>
              <a:t>Maroon 4</a:t>
            </a:r>
            <a:br>
              <a:rPr lang="en" sz="2800"/>
            </a:br>
            <a:r>
              <a:rPr b="1" i="0" lang="en" sz="1800" u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Predicting the final four of 2025 NCAA Tournament</a:t>
            </a:r>
            <a:endParaRPr sz="2800"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4977150" y="3163301"/>
            <a:ext cx="2581800" cy="1388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Gael Mayanza-ouamba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Felipe Chen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Yichen Yang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Yanbing Ren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7" name="Google Shape;57;p1"/>
          <p:cNvGrpSpPr/>
          <p:nvPr/>
        </p:nvGrpSpPr>
        <p:grpSpPr>
          <a:xfrm>
            <a:off x="324937" y="591750"/>
            <a:ext cx="3136516" cy="3960000"/>
            <a:chOff x="1278825" y="608350"/>
            <a:chExt cx="3177271" cy="4011452"/>
          </a:xfrm>
        </p:grpSpPr>
        <p:sp>
          <p:nvSpPr>
            <p:cNvPr id="58" name="Google Shape;58;p1"/>
            <p:cNvSpPr/>
            <p:nvPr/>
          </p:nvSpPr>
          <p:spPr>
            <a:xfrm>
              <a:off x="1880762" y="1333050"/>
              <a:ext cx="1973476" cy="1727751"/>
            </a:xfrm>
            <a:custGeom>
              <a:rect b="b" l="l" r="r" t="t"/>
              <a:pathLst>
                <a:path extrusionOk="0" h="25207" w="28792">
                  <a:moveTo>
                    <a:pt x="14386" y="0"/>
                  </a:moveTo>
                  <a:cubicBezTo>
                    <a:pt x="12352" y="0"/>
                    <a:pt x="10289" y="494"/>
                    <a:pt x="8377" y="1534"/>
                  </a:cubicBezTo>
                  <a:cubicBezTo>
                    <a:pt x="2260" y="4858"/>
                    <a:pt x="0" y="12507"/>
                    <a:pt x="3324" y="18624"/>
                  </a:cubicBezTo>
                  <a:cubicBezTo>
                    <a:pt x="5609" y="22823"/>
                    <a:pt x="9937" y="25207"/>
                    <a:pt x="14405" y="25207"/>
                  </a:cubicBezTo>
                  <a:cubicBezTo>
                    <a:pt x="16439" y="25207"/>
                    <a:pt x="18502" y="24713"/>
                    <a:pt x="20414" y="23671"/>
                  </a:cubicBezTo>
                  <a:cubicBezTo>
                    <a:pt x="26531" y="20347"/>
                    <a:pt x="28791" y="12698"/>
                    <a:pt x="25467" y="6581"/>
                  </a:cubicBezTo>
                  <a:cubicBezTo>
                    <a:pt x="23182" y="2381"/>
                    <a:pt x="18854" y="0"/>
                    <a:pt x="143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1992199" y="1313481"/>
              <a:ext cx="1750296" cy="1738373"/>
            </a:xfrm>
            <a:custGeom>
              <a:rect b="b" l="l" r="r" t="t"/>
              <a:pathLst>
                <a:path extrusionOk="0" h="26536" w="26718">
                  <a:moveTo>
                    <a:pt x="12384" y="500"/>
                  </a:moveTo>
                  <a:lnTo>
                    <a:pt x="12384" y="500"/>
                  </a:lnTo>
                  <a:cubicBezTo>
                    <a:pt x="12386" y="503"/>
                    <a:pt x="12388" y="504"/>
                    <a:pt x="12390" y="506"/>
                  </a:cubicBezTo>
                  <a:lnTo>
                    <a:pt x="12390" y="506"/>
                  </a:lnTo>
                  <a:cubicBezTo>
                    <a:pt x="12387" y="502"/>
                    <a:pt x="12385" y="500"/>
                    <a:pt x="12384" y="500"/>
                  </a:cubicBezTo>
                  <a:close/>
                  <a:moveTo>
                    <a:pt x="12780" y="0"/>
                  </a:moveTo>
                  <a:lnTo>
                    <a:pt x="12402" y="514"/>
                  </a:lnTo>
                  <a:cubicBezTo>
                    <a:pt x="12402" y="514"/>
                    <a:pt x="12397" y="511"/>
                    <a:pt x="12390" y="506"/>
                  </a:cubicBezTo>
                  <a:lnTo>
                    <a:pt x="12390" y="506"/>
                  </a:lnTo>
                  <a:cubicBezTo>
                    <a:pt x="12408" y="527"/>
                    <a:pt x="12458" y="611"/>
                    <a:pt x="12438" y="796"/>
                  </a:cubicBezTo>
                  <a:cubicBezTo>
                    <a:pt x="12398" y="1132"/>
                    <a:pt x="12120" y="1837"/>
                    <a:pt x="10820" y="3079"/>
                  </a:cubicBezTo>
                  <a:cubicBezTo>
                    <a:pt x="9479" y="2794"/>
                    <a:pt x="8066" y="2651"/>
                    <a:pt x="6582" y="2651"/>
                  </a:cubicBezTo>
                  <a:cubicBezTo>
                    <a:pt x="6238" y="2651"/>
                    <a:pt x="5891" y="2659"/>
                    <a:pt x="5540" y="2674"/>
                  </a:cubicBezTo>
                  <a:cubicBezTo>
                    <a:pt x="5362" y="2683"/>
                    <a:pt x="5226" y="2833"/>
                    <a:pt x="5235" y="3006"/>
                  </a:cubicBezTo>
                  <a:cubicBezTo>
                    <a:pt x="5239" y="3178"/>
                    <a:pt x="5380" y="3311"/>
                    <a:pt x="5550" y="3311"/>
                  </a:cubicBezTo>
                  <a:cubicBezTo>
                    <a:pt x="5556" y="3311"/>
                    <a:pt x="5561" y="3311"/>
                    <a:pt x="5567" y="3311"/>
                  </a:cubicBezTo>
                  <a:cubicBezTo>
                    <a:pt x="5900" y="3297"/>
                    <a:pt x="6228" y="3290"/>
                    <a:pt x="6549" y="3290"/>
                  </a:cubicBezTo>
                  <a:cubicBezTo>
                    <a:pt x="7876" y="3290"/>
                    <a:pt x="9101" y="3408"/>
                    <a:pt x="10228" y="3620"/>
                  </a:cubicBezTo>
                  <a:cubicBezTo>
                    <a:pt x="9078" y="4625"/>
                    <a:pt x="7341" y="5921"/>
                    <a:pt x="4717" y="7572"/>
                  </a:cubicBezTo>
                  <a:cubicBezTo>
                    <a:pt x="442" y="10264"/>
                    <a:pt x="33" y="14261"/>
                    <a:pt x="19" y="14434"/>
                  </a:cubicBezTo>
                  <a:cubicBezTo>
                    <a:pt x="1" y="14607"/>
                    <a:pt x="133" y="14762"/>
                    <a:pt x="305" y="14780"/>
                  </a:cubicBezTo>
                  <a:cubicBezTo>
                    <a:pt x="314" y="14781"/>
                    <a:pt x="323" y="14781"/>
                    <a:pt x="331" y="14781"/>
                  </a:cubicBezTo>
                  <a:cubicBezTo>
                    <a:pt x="498" y="14781"/>
                    <a:pt x="638" y="14657"/>
                    <a:pt x="656" y="14489"/>
                  </a:cubicBezTo>
                  <a:cubicBezTo>
                    <a:pt x="656" y="14452"/>
                    <a:pt x="1060" y="10632"/>
                    <a:pt x="5058" y="8113"/>
                  </a:cubicBezTo>
                  <a:cubicBezTo>
                    <a:pt x="7659" y="6476"/>
                    <a:pt x="9651" y="5021"/>
                    <a:pt x="11001" y="3784"/>
                  </a:cubicBezTo>
                  <a:cubicBezTo>
                    <a:pt x="11870" y="3988"/>
                    <a:pt x="12679" y="4252"/>
                    <a:pt x="13430" y="4561"/>
                  </a:cubicBezTo>
                  <a:cubicBezTo>
                    <a:pt x="11870" y="6085"/>
                    <a:pt x="10301" y="8027"/>
                    <a:pt x="9000" y="10123"/>
                  </a:cubicBezTo>
                  <a:cubicBezTo>
                    <a:pt x="7190" y="13034"/>
                    <a:pt x="4376" y="18741"/>
                    <a:pt x="5813" y="24257"/>
                  </a:cubicBezTo>
                  <a:cubicBezTo>
                    <a:pt x="5851" y="24404"/>
                    <a:pt x="5982" y="24498"/>
                    <a:pt x="6126" y="24498"/>
                  </a:cubicBezTo>
                  <a:cubicBezTo>
                    <a:pt x="6152" y="24498"/>
                    <a:pt x="6178" y="24495"/>
                    <a:pt x="6204" y="24489"/>
                  </a:cubicBezTo>
                  <a:cubicBezTo>
                    <a:pt x="6372" y="24444"/>
                    <a:pt x="6477" y="24271"/>
                    <a:pt x="6431" y="24098"/>
                  </a:cubicBezTo>
                  <a:cubicBezTo>
                    <a:pt x="5058" y="18809"/>
                    <a:pt x="7791" y="13284"/>
                    <a:pt x="9542" y="10464"/>
                  </a:cubicBezTo>
                  <a:cubicBezTo>
                    <a:pt x="10942" y="8209"/>
                    <a:pt x="12548" y="6285"/>
                    <a:pt x="14067" y="4839"/>
                  </a:cubicBezTo>
                  <a:cubicBezTo>
                    <a:pt x="14717" y="5139"/>
                    <a:pt x="15317" y="5471"/>
                    <a:pt x="15881" y="5826"/>
                  </a:cubicBezTo>
                  <a:cubicBezTo>
                    <a:pt x="15876" y="5830"/>
                    <a:pt x="15876" y="5830"/>
                    <a:pt x="15876" y="5830"/>
                  </a:cubicBezTo>
                  <a:cubicBezTo>
                    <a:pt x="15267" y="6430"/>
                    <a:pt x="14594" y="7536"/>
                    <a:pt x="14835" y="9377"/>
                  </a:cubicBezTo>
                  <a:cubicBezTo>
                    <a:pt x="15790" y="16740"/>
                    <a:pt x="15704" y="20892"/>
                    <a:pt x="15467" y="23075"/>
                  </a:cubicBezTo>
                  <a:cubicBezTo>
                    <a:pt x="15208" y="25471"/>
                    <a:pt x="14708" y="26108"/>
                    <a:pt x="14703" y="26113"/>
                  </a:cubicBezTo>
                  <a:lnTo>
                    <a:pt x="14708" y="26108"/>
                  </a:lnTo>
                  <a:lnTo>
                    <a:pt x="15185" y="26535"/>
                  </a:lnTo>
                  <a:cubicBezTo>
                    <a:pt x="15244" y="26467"/>
                    <a:pt x="15786" y="25808"/>
                    <a:pt x="16077" y="23361"/>
                  </a:cubicBezTo>
                  <a:cubicBezTo>
                    <a:pt x="16459" y="20178"/>
                    <a:pt x="16249" y="15312"/>
                    <a:pt x="15467" y="9295"/>
                  </a:cubicBezTo>
                  <a:cubicBezTo>
                    <a:pt x="15303" y="8022"/>
                    <a:pt x="15590" y="7013"/>
                    <a:pt x="16327" y="6285"/>
                  </a:cubicBezTo>
                  <a:cubicBezTo>
                    <a:pt x="16359" y="6253"/>
                    <a:pt x="16390" y="6221"/>
                    <a:pt x="16427" y="6194"/>
                  </a:cubicBezTo>
                  <a:cubicBezTo>
                    <a:pt x="19624" y="8431"/>
                    <a:pt x="21302" y="11437"/>
                    <a:pt x="22057" y="13170"/>
                  </a:cubicBezTo>
                  <a:cubicBezTo>
                    <a:pt x="23826" y="17231"/>
                    <a:pt x="23717" y="20906"/>
                    <a:pt x="22857" y="21751"/>
                  </a:cubicBezTo>
                  <a:cubicBezTo>
                    <a:pt x="22734" y="21874"/>
                    <a:pt x="22730" y="22079"/>
                    <a:pt x="22853" y="22202"/>
                  </a:cubicBezTo>
                  <a:cubicBezTo>
                    <a:pt x="22917" y="22266"/>
                    <a:pt x="23000" y="22298"/>
                    <a:pt x="23082" y="22298"/>
                  </a:cubicBezTo>
                  <a:cubicBezTo>
                    <a:pt x="23163" y="22298"/>
                    <a:pt x="23244" y="22267"/>
                    <a:pt x="23307" y="22206"/>
                  </a:cubicBezTo>
                  <a:cubicBezTo>
                    <a:pt x="24035" y="21483"/>
                    <a:pt x="24303" y="19591"/>
                    <a:pt x="23926" y="17236"/>
                  </a:cubicBezTo>
                  <a:cubicBezTo>
                    <a:pt x="23717" y="15903"/>
                    <a:pt x="23298" y="14421"/>
                    <a:pt x="22643" y="12915"/>
                  </a:cubicBezTo>
                  <a:cubicBezTo>
                    <a:pt x="21747" y="10869"/>
                    <a:pt x="20047" y="7981"/>
                    <a:pt x="16991" y="5785"/>
                  </a:cubicBezTo>
                  <a:cubicBezTo>
                    <a:pt x="17616" y="5425"/>
                    <a:pt x="18337" y="5257"/>
                    <a:pt x="18935" y="5257"/>
                  </a:cubicBezTo>
                  <a:cubicBezTo>
                    <a:pt x="19063" y="5257"/>
                    <a:pt x="19186" y="5265"/>
                    <a:pt x="19301" y="5280"/>
                  </a:cubicBezTo>
                  <a:cubicBezTo>
                    <a:pt x="23207" y="5826"/>
                    <a:pt x="26090" y="10055"/>
                    <a:pt x="26118" y="10096"/>
                  </a:cubicBezTo>
                  <a:cubicBezTo>
                    <a:pt x="26180" y="10187"/>
                    <a:pt x="26283" y="10237"/>
                    <a:pt x="26386" y="10237"/>
                  </a:cubicBezTo>
                  <a:cubicBezTo>
                    <a:pt x="26447" y="10237"/>
                    <a:pt x="26509" y="10220"/>
                    <a:pt x="26563" y="10182"/>
                  </a:cubicBezTo>
                  <a:cubicBezTo>
                    <a:pt x="26668" y="10109"/>
                    <a:pt x="26718" y="9987"/>
                    <a:pt x="26700" y="9868"/>
                  </a:cubicBezTo>
                  <a:cubicBezTo>
                    <a:pt x="26691" y="9823"/>
                    <a:pt x="26677" y="9778"/>
                    <a:pt x="26650" y="9741"/>
                  </a:cubicBezTo>
                  <a:cubicBezTo>
                    <a:pt x="26527" y="9555"/>
                    <a:pt x="23580" y="5234"/>
                    <a:pt x="19387" y="4648"/>
                  </a:cubicBezTo>
                  <a:cubicBezTo>
                    <a:pt x="19245" y="4628"/>
                    <a:pt x="19090" y="4618"/>
                    <a:pt x="18928" y="4618"/>
                  </a:cubicBezTo>
                  <a:cubicBezTo>
                    <a:pt x="18160" y="4618"/>
                    <a:pt x="17210" y="4848"/>
                    <a:pt x="16418" y="5389"/>
                  </a:cubicBezTo>
                  <a:cubicBezTo>
                    <a:pt x="15831" y="5003"/>
                    <a:pt x="15222" y="4661"/>
                    <a:pt x="14589" y="4357"/>
                  </a:cubicBezTo>
                  <a:cubicBezTo>
                    <a:pt x="16081" y="3029"/>
                    <a:pt x="17454" y="2188"/>
                    <a:pt x="18414" y="1987"/>
                  </a:cubicBezTo>
                  <a:cubicBezTo>
                    <a:pt x="18582" y="1956"/>
                    <a:pt x="18691" y="1792"/>
                    <a:pt x="18664" y="1628"/>
                  </a:cubicBezTo>
                  <a:cubicBezTo>
                    <a:pt x="18664" y="1619"/>
                    <a:pt x="18664" y="1615"/>
                    <a:pt x="18664" y="1610"/>
                  </a:cubicBezTo>
                  <a:cubicBezTo>
                    <a:pt x="18632" y="1460"/>
                    <a:pt x="18501" y="1357"/>
                    <a:pt x="18353" y="1357"/>
                  </a:cubicBezTo>
                  <a:cubicBezTo>
                    <a:pt x="18331" y="1357"/>
                    <a:pt x="18309" y="1360"/>
                    <a:pt x="18287" y="1364"/>
                  </a:cubicBezTo>
                  <a:cubicBezTo>
                    <a:pt x="17077" y="1615"/>
                    <a:pt x="15535" y="2610"/>
                    <a:pt x="13948" y="4066"/>
                  </a:cubicBezTo>
                  <a:cubicBezTo>
                    <a:pt x="13180" y="3738"/>
                    <a:pt x="12379" y="3470"/>
                    <a:pt x="11552" y="3252"/>
                  </a:cubicBezTo>
                  <a:cubicBezTo>
                    <a:pt x="12539" y="2256"/>
                    <a:pt x="13057" y="1419"/>
                    <a:pt x="13080" y="760"/>
                  </a:cubicBezTo>
                  <a:cubicBezTo>
                    <a:pt x="13084" y="673"/>
                    <a:pt x="13080" y="596"/>
                    <a:pt x="13066" y="528"/>
                  </a:cubicBezTo>
                  <a:cubicBezTo>
                    <a:pt x="13011" y="177"/>
                    <a:pt x="12807" y="18"/>
                    <a:pt x="12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1916267" y="2752156"/>
              <a:ext cx="1902123" cy="1867646"/>
            </a:xfrm>
            <a:custGeom>
              <a:rect b="b" l="l" r="r" t="t"/>
              <a:pathLst>
                <a:path extrusionOk="0" h="27248" w="27751">
                  <a:moveTo>
                    <a:pt x="25958" y="3208"/>
                  </a:moveTo>
                  <a:lnTo>
                    <a:pt x="25258" y="5992"/>
                  </a:lnTo>
                  <a:lnTo>
                    <a:pt x="24530" y="5055"/>
                  </a:lnTo>
                  <a:lnTo>
                    <a:pt x="25958" y="3208"/>
                  </a:lnTo>
                  <a:close/>
                  <a:moveTo>
                    <a:pt x="1792" y="3172"/>
                  </a:moveTo>
                  <a:lnTo>
                    <a:pt x="3243" y="5055"/>
                  </a:lnTo>
                  <a:lnTo>
                    <a:pt x="2502" y="6010"/>
                  </a:lnTo>
                  <a:lnTo>
                    <a:pt x="1792" y="3172"/>
                  </a:lnTo>
                  <a:close/>
                  <a:moveTo>
                    <a:pt x="6404" y="2708"/>
                  </a:moveTo>
                  <a:lnTo>
                    <a:pt x="8173" y="4959"/>
                  </a:lnTo>
                  <a:lnTo>
                    <a:pt x="6340" y="7338"/>
                  </a:lnTo>
                  <a:lnTo>
                    <a:pt x="4575" y="5059"/>
                  </a:lnTo>
                  <a:lnTo>
                    <a:pt x="6404" y="2708"/>
                  </a:lnTo>
                  <a:close/>
                  <a:moveTo>
                    <a:pt x="21374" y="2708"/>
                  </a:moveTo>
                  <a:lnTo>
                    <a:pt x="23198" y="5059"/>
                  </a:lnTo>
                  <a:lnTo>
                    <a:pt x="21438" y="7338"/>
                  </a:lnTo>
                  <a:lnTo>
                    <a:pt x="19601" y="4959"/>
                  </a:lnTo>
                  <a:lnTo>
                    <a:pt x="21374" y="2708"/>
                  </a:lnTo>
                  <a:close/>
                  <a:moveTo>
                    <a:pt x="11347" y="2567"/>
                  </a:moveTo>
                  <a:lnTo>
                    <a:pt x="13221" y="4977"/>
                  </a:lnTo>
                  <a:lnTo>
                    <a:pt x="11388" y="7342"/>
                  </a:lnTo>
                  <a:lnTo>
                    <a:pt x="9510" y="4950"/>
                  </a:lnTo>
                  <a:lnTo>
                    <a:pt x="11347" y="2567"/>
                  </a:lnTo>
                  <a:close/>
                  <a:moveTo>
                    <a:pt x="16427" y="2567"/>
                  </a:moveTo>
                  <a:lnTo>
                    <a:pt x="18268" y="4950"/>
                  </a:lnTo>
                  <a:lnTo>
                    <a:pt x="16386" y="7342"/>
                  </a:lnTo>
                  <a:lnTo>
                    <a:pt x="14553" y="4977"/>
                  </a:lnTo>
                  <a:lnTo>
                    <a:pt x="16427" y="2567"/>
                  </a:lnTo>
                  <a:close/>
                  <a:moveTo>
                    <a:pt x="13889" y="5837"/>
                  </a:moveTo>
                  <a:lnTo>
                    <a:pt x="15717" y="8193"/>
                  </a:lnTo>
                  <a:lnTo>
                    <a:pt x="13889" y="10516"/>
                  </a:lnTo>
                  <a:lnTo>
                    <a:pt x="12056" y="8193"/>
                  </a:lnTo>
                  <a:lnTo>
                    <a:pt x="13889" y="5837"/>
                  </a:lnTo>
                  <a:close/>
                  <a:moveTo>
                    <a:pt x="3907" y="5914"/>
                  </a:moveTo>
                  <a:lnTo>
                    <a:pt x="5671" y="8202"/>
                  </a:lnTo>
                  <a:lnTo>
                    <a:pt x="3821" y="10603"/>
                  </a:lnTo>
                  <a:lnTo>
                    <a:pt x="3561" y="10216"/>
                  </a:lnTo>
                  <a:lnTo>
                    <a:pt x="2829" y="7306"/>
                  </a:lnTo>
                  <a:lnTo>
                    <a:pt x="3907" y="5914"/>
                  </a:lnTo>
                  <a:close/>
                  <a:moveTo>
                    <a:pt x="8846" y="5814"/>
                  </a:moveTo>
                  <a:lnTo>
                    <a:pt x="10724" y="8197"/>
                  </a:lnTo>
                  <a:lnTo>
                    <a:pt x="8855" y="10603"/>
                  </a:lnTo>
                  <a:lnTo>
                    <a:pt x="7004" y="8202"/>
                  </a:lnTo>
                  <a:lnTo>
                    <a:pt x="8846" y="5814"/>
                  </a:lnTo>
                  <a:close/>
                  <a:moveTo>
                    <a:pt x="18928" y="5814"/>
                  </a:moveTo>
                  <a:lnTo>
                    <a:pt x="20770" y="8202"/>
                  </a:lnTo>
                  <a:lnTo>
                    <a:pt x="18919" y="10603"/>
                  </a:lnTo>
                  <a:lnTo>
                    <a:pt x="17054" y="8197"/>
                  </a:lnTo>
                  <a:lnTo>
                    <a:pt x="18928" y="5814"/>
                  </a:lnTo>
                  <a:close/>
                  <a:moveTo>
                    <a:pt x="23867" y="5919"/>
                  </a:moveTo>
                  <a:lnTo>
                    <a:pt x="24931" y="7292"/>
                  </a:lnTo>
                  <a:lnTo>
                    <a:pt x="24076" y="10703"/>
                  </a:lnTo>
                  <a:cubicBezTo>
                    <a:pt x="24067" y="10707"/>
                    <a:pt x="24053" y="10712"/>
                    <a:pt x="24039" y="10721"/>
                  </a:cubicBezTo>
                  <a:lnTo>
                    <a:pt x="22102" y="8202"/>
                  </a:lnTo>
                  <a:lnTo>
                    <a:pt x="23867" y="5919"/>
                  </a:lnTo>
                  <a:close/>
                  <a:moveTo>
                    <a:pt x="11392" y="9052"/>
                  </a:moveTo>
                  <a:lnTo>
                    <a:pt x="13216" y="11367"/>
                  </a:lnTo>
                  <a:lnTo>
                    <a:pt x="11315" y="13786"/>
                  </a:lnTo>
                  <a:lnTo>
                    <a:pt x="9519" y="11462"/>
                  </a:lnTo>
                  <a:lnTo>
                    <a:pt x="11392" y="9052"/>
                  </a:lnTo>
                  <a:close/>
                  <a:moveTo>
                    <a:pt x="16381" y="9052"/>
                  </a:moveTo>
                  <a:lnTo>
                    <a:pt x="18255" y="11462"/>
                  </a:lnTo>
                  <a:lnTo>
                    <a:pt x="16458" y="13786"/>
                  </a:lnTo>
                  <a:lnTo>
                    <a:pt x="14558" y="11367"/>
                  </a:lnTo>
                  <a:lnTo>
                    <a:pt x="16381" y="9052"/>
                  </a:lnTo>
                  <a:close/>
                  <a:moveTo>
                    <a:pt x="6340" y="9066"/>
                  </a:moveTo>
                  <a:lnTo>
                    <a:pt x="8191" y="11462"/>
                  </a:lnTo>
                  <a:lnTo>
                    <a:pt x="6158" y="14077"/>
                  </a:lnTo>
                  <a:lnTo>
                    <a:pt x="4444" y="11526"/>
                  </a:lnTo>
                  <a:lnTo>
                    <a:pt x="6340" y="9066"/>
                  </a:lnTo>
                  <a:close/>
                  <a:moveTo>
                    <a:pt x="21434" y="9066"/>
                  </a:moveTo>
                  <a:lnTo>
                    <a:pt x="23384" y="11594"/>
                  </a:lnTo>
                  <a:lnTo>
                    <a:pt x="21688" y="14168"/>
                  </a:lnTo>
                  <a:lnTo>
                    <a:pt x="19587" y="11462"/>
                  </a:lnTo>
                  <a:lnTo>
                    <a:pt x="21434" y="9066"/>
                  </a:lnTo>
                  <a:close/>
                  <a:moveTo>
                    <a:pt x="23366" y="13536"/>
                  </a:moveTo>
                  <a:lnTo>
                    <a:pt x="22834" y="15651"/>
                  </a:lnTo>
                  <a:lnTo>
                    <a:pt x="22370" y="15046"/>
                  </a:lnTo>
                  <a:lnTo>
                    <a:pt x="23366" y="13536"/>
                  </a:lnTo>
                  <a:close/>
                  <a:moveTo>
                    <a:pt x="4321" y="13231"/>
                  </a:moveTo>
                  <a:lnTo>
                    <a:pt x="5480" y="14950"/>
                  </a:lnTo>
                  <a:lnTo>
                    <a:pt x="4930" y="15655"/>
                  </a:lnTo>
                  <a:lnTo>
                    <a:pt x="4321" y="13231"/>
                  </a:lnTo>
                  <a:close/>
                  <a:moveTo>
                    <a:pt x="13889" y="12217"/>
                  </a:moveTo>
                  <a:lnTo>
                    <a:pt x="15794" y="14646"/>
                  </a:lnTo>
                  <a:lnTo>
                    <a:pt x="13889" y="17120"/>
                  </a:lnTo>
                  <a:lnTo>
                    <a:pt x="11979" y="14646"/>
                  </a:lnTo>
                  <a:lnTo>
                    <a:pt x="13889" y="12217"/>
                  </a:lnTo>
                  <a:close/>
                  <a:moveTo>
                    <a:pt x="8855" y="12322"/>
                  </a:moveTo>
                  <a:lnTo>
                    <a:pt x="10642" y="14641"/>
                  </a:lnTo>
                  <a:lnTo>
                    <a:pt x="8432" y="17452"/>
                  </a:lnTo>
                  <a:lnTo>
                    <a:pt x="6777" y="14996"/>
                  </a:lnTo>
                  <a:lnTo>
                    <a:pt x="8855" y="12322"/>
                  </a:lnTo>
                  <a:close/>
                  <a:moveTo>
                    <a:pt x="18919" y="12322"/>
                  </a:moveTo>
                  <a:lnTo>
                    <a:pt x="21074" y="15096"/>
                  </a:lnTo>
                  <a:lnTo>
                    <a:pt x="19442" y="17574"/>
                  </a:lnTo>
                  <a:lnTo>
                    <a:pt x="17131" y="14641"/>
                  </a:lnTo>
                  <a:lnTo>
                    <a:pt x="18919" y="12322"/>
                  </a:lnTo>
                  <a:close/>
                  <a:moveTo>
                    <a:pt x="21756" y="15974"/>
                  </a:moveTo>
                  <a:lnTo>
                    <a:pt x="22511" y="16947"/>
                  </a:lnTo>
                  <a:lnTo>
                    <a:pt x="21652" y="20380"/>
                  </a:lnTo>
                  <a:lnTo>
                    <a:pt x="20124" y="18443"/>
                  </a:lnTo>
                  <a:lnTo>
                    <a:pt x="21756" y="15974"/>
                  </a:lnTo>
                  <a:close/>
                  <a:moveTo>
                    <a:pt x="6099" y="15869"/>
                  </a:moveTo>
                  <a:lnTo>
                    <a:pt x="7745" y="18320"/>
                  </a:lnTo>
                  <a:lnTo>
                    <a:pt x="6122" y="20385"/>
                  </a:lnTo>
                  <a:lnTo>
                    <a:pt x="5258" y="16956"/>
                  </a:lnTo>
                  <a:lnTo>
                    <a:pt x="6099" y="15869"/>
                  </a:lnTo>
                  <a:close/>
                  <a:moveTo>
                    <a:pt x="11306" y="15501"/>
                  </a:moveTo>
                  <a:lnTo>
                    <a:pt x="13221" y="17979"/>
                  </a:lnTo>
                  <a:lnTo>
                    <a:pt x="10851" y="21053"/>
                  </a:lnTo>
                  <a:lnTo>
                    <a:pt x="9046" y="18370"/>
                  </a:lnTo>
                  <a:lnTo>
                    <a:pt x="11306" y="15501"/>
                  </a:lnTo>
                  <a:close/>
                  <a:moveTo>
                    <a:pt x="16468" y="15501"/>
                  </a:moveTo>
                  <a:lnTo>
                    <a:pt x="18828" y="18498"/>
                  </a:lnTo>
                  <a:lnTo>
                    <a:pt x="17041" y="21203"/>
                  </a:lnTo>
                  <a:lnTo>
                    <a:pt x="14553" y="17979"/>
                  </a:lnTo>
                  <a:lnTo>
                    <a:pt x="16468" y="15501"/>
                  </a:lnTo>
                  <a:close/>
                  <a:moveTo>
                    <a:pt x="8364" y="19239"/>
                  </a:moveTo>
                  <a:lnTo>
                    <a:pt x="10174" y="21931"/>
                  </a:lnTo>
                  <a:lnTo>
                    <a:pt x="7409" y="25510"/>
                  </a:lnTo>
                  <a:lnTo>
                    <a:pt x="6445" y="21676"/>
                  </a:lnTo>
                  <a:lnTo>
                    <a:pt x="8364" y="19239"/>
                  </a:lnTo>
                  <a:close/>
                  <a:moveTo>
                    <a:pt x="19514" y="19371"/>
                  </a:moveTo>
                  <a:lnTo>
                    <a:pt x="21324" y="21672"/>
                  </a:lnTo>
                  <a:lnTo>
                    <a:pt x="20365" y="25510"/>
                  </a:lnTo>
                  <a:lnTo>
                    <a:pt x="17723" y="22086"/>
                  </a:lnTo>
                  <a:lnTo>
                    <a:pt x="19514" y="19371"/>
                  </a:lnTo>
                  <a:close/>
                  <a:moveTo>
                    <a:pt x="13889" y="18843"/>
                  </a:moveTo>
                  <a:lnTo>
                    <a:pt x="16427" y="22136"/>
                  </a:lnTo>
                  <a:lnTo>
                    <a:pt x="14025" y="25769"/>
                  </a:lnTo>
                  <a:lnTo>
                    <a:pt x="11470" y="21972"/>
                  </a:lnTo>
                  <a:lnTo>
                    <a:pt x="13889" y="18843"/>
                  </a:lnTo>
                  <a:close/>
                  <a:moveTo>
                    <a:pt x="582" y="1"/>
                  </a:moveTo>
                  <a:cubicBezTo>
                    <a:pt x="540" y="1"/>
                    <a:pt x="498" y="6"/>
                    <a:pt x="455" y="16"/>
                  </a:cubicBezTo>
                  <a:cubicBezTo>
                    <a:pt x="173" y="89"/>
                    <a:pt x="1" y="375"/>
                    <a:pt x="73" y="657"/>
                  </a:cubicBezTo>
                  <a:lnTo>
                    <a:pt x="6654" y="26820"/>
                  </a:lnTo>
                  <a:cubicBezTo>
                    <a:pt x="6654" y="26820"/>
                    <a:pt x="6654" y="26824"/>
                    <a:pt x="6654" y="26824"/>
                  </a:cubicBezTo>
                  <a:cubicBezTo>
                    <a:pt x="6663" y="26851"/>
                    <a:pt x="6672" y="26879"/>
                    <a:pt x="6681" y="26906"/>
                  </a:cubicBezTo>
                  <a:cubicBezTo>
                    <a:pt x="6695" y="26929"/>
                    <a:pt x="6708" y="26952"/>
                    <a:pt x="6722" y="26974"/>
                  </a:cubicBezTo>
                  <a:cubicBezTo>
                    <a:pt x="6722" y="26979"/>
                    <a:pt x="6727" y="26983"/>
                    <a:pt x="6727" y="26988"/>
                  </a:cubicBezTo>
                  <a:cubicBezTo>
                    <a:pt x="6740" y="27006"/>
                    <a:pt x="6758" y="27024"/>
                    <a:pt x="6777" y="27047"/>
                  </a:cubicBezTo>
                  <a:cubicBezTo>
                    <a:pt x="6777" y="27047"/>
                    <a:pt x="6781" y="27052"/>
                    <a:pt x="6786" y="27056"/>
                  </a:cubicBezTo>
                  <a:cubicBezTo>
                    <a:pt x="6804" y="27074"/>
                    <a:pt x="6822" y="27093"/>
                    <a:pt x="6840" y="27106"/>
                  </a:cubicBezTo>
                  <a:cubicBezTo>
                    <a:pt x="6863" y="27124"/>
                    <a:pt x="6890" y="27143"/>
                    <a:pt x="6913" y="27156"/>
                  </a:cubicBezTo>
                  <a:cubicBezTo>
                    <a:pt x="6931" y="27165"/>
                    <a:pt x="6949" y="27170"/>
                    <a:pt x="6963" y="27179"/>
                  </a:cubicBezTo>
                  <a:cubicBezTo>
                    <a:pt x="6977" y="27179"/>
                    <a:pt x="6986" y="27188"/>
                    <a:pt x="6995" y="27188"/>
                  </a:cubicBezTo>
                  <a:cubicBezTo>
                    <a:pt x="7013" y="27197"/>
                    <a:pt x="7031" y="27197"/>
                    <a:pt x="7049" y="27202"/>
                  </a:cubicBezTo>
                  <a:cubicBezTo>
                    <a:pt x="7058" y="27206"/>
                    <a:pt x="7068" y="27211"/>
                    <a:pt x="7077" y="27211"/>
                  </a:cubicBezTo>
                  <a:cubicBezTo>
                    <a:pt x="7099" y="27215"/>
                    <a:pt x="7118" y="27215"/>
                    <a:pt x="7140" y="27215"/>
                  </a:cubicBezTo>
                  <a:cubicBezTo>
                    <a:pt x="7149" y="27215"/>
                    <a:pt x="7154" y="27220"/>
                    <a:pt x="7163" y="27220"/>
                  </a:cubicBezTo>
                  <a:cubicBezTo>
                    <a:pt x="7168" y="27220"/>
                    <a:pt x="7172" y="27215"/>
                    <a:pt x="7181" y="27215"/>
                  </a:cubicBezTo>
                  <a:lnTo>
                    <a:pt x="7222" y="27215"/>
                  </a:lnTo>
                  <a:cubicBezTo>
                    <a:pt x="7231" y="27215"/>
                    <a:pt x="7240" y="27211"/>
                    <a:pt x="7245" y="27211"/>
                  </a:cubicBezTo>
                  <a:cubicBezTo>
                    <a:pt x="7259" y="27206"/>
                    <a:pt x="7272" y="27206"/>
                    <a:pt x="7286" y="27202"/>
                  </a:cubicBezTo>
                  <a:lnTo>
                    <a:pt x="7290" y="27202"/>
                  </a:lnTo>
                  <a:cubicBezTo>
                    <a:pt x="7300" y="27197"/>
                    <a:pt x="7309" y="27197"/>
                    <a:pt x="7318" y="27193"/>
                  </a:cubicBezTo>
                  <a:cubicBezTo>
                    <a:pt x="7327" y="27193"/>
                    <a:pt x="7331" y="27188"/>
                    <a:pt x="7340" y="27188"/>
                  </a:cubicBezTo>
                  <a:cubicBezTo>
                    <a:pt x="7359" y="27179"/>
                    <a:pt x="7372" y="27174"/>
                    <a:pt x="7390" y="27165"/>
                  </a:cubicBezTo>
                  <a:cubicBezTo>
                    <a:pt x="7409" y="27156"/>
                    <a:pt x="7427" y="27147"/>
                    <a:pt x="7440" y="27138"/>
                  </a:cubicBezTo>
                  <a:cubicBezTo>
                    <a:pt x="7445" y="27133"/>
                    <a:pt x="7450" y="27133"/>
                    <a:pt x="7454" y="27129"/>
                  </a:cubicBezTo>
                  <a:cubicBezTo>
                    <a:pt x="7468" y="27120"/>
                    <a:pt x="7477" y="27115"/>
                    <a:pt x="7486" y="27106"/>
                  </a:cubicBezTo>
                  <a:cubicBezTo>
                    <a:pt x="7495" y="27102"/>
                    <a:pt x="7500" y="27097"/>
                    <a:pt x="7504" y="27093"/>
                  </a:cubicBezTo>
                  <a:cubicBezTo>
                    <a:pt x="7513" y="27083"/>
                    <a:pt x="7522" y="27074"/>
                    <a:pt x="7531" y="27065"/>
                  </a:cubicBezTo>
                  <a:cubicBezTo>
                    <a:pt x="7536" y="27061"/>
                    <a:pt x="7541" y="27056"/>
                    <a:pt x="7545" y="27052"/>
                  </a:cubicBezTo>
                  <a:cubicBezTo>
                    <a:pt x="7554" y="27042"/>
                    <a:pt x="7563" y="27033"/>
                    <a:pt x="7572" y="27020"/>
                  </a:cubicBezTo>
                  <a:cubicBezTo>
                    <a:pt x="7577" y="27020"/>
                    <a:pt x="7577" y="27015"/>
                    <a:pt x="7581" y="27011"/>
                  </a:cubicBezTo>
                  <a:lnTo>
                    <a:pt x="10792" y="22850"/>
                  </a:lnTo>
                  <a:lnTo>
                    <a:pt x="13593" y="27011"/>
                  </a:lnTo>
                  <a:cubicBezTo>
                    <a:pt x="13603" y="27029"/>
                    <a:pt x="13616" y="27042"/>
                    <a:pt x="13630" y="27061"/>
                  </a:cubicBezTo>
                  <a:cubicBezTo>
                    <a:pt x="13634" y="27065"/>
                    <a:pt x="13639" y="27070"/>
                    <a:pt x="13643" y="27074"/>
                  </a:cubicBezTo>
                  <a:cubicBezTo>
                    <a:pt x="13653" y="27083"/>
                    <a:pt x="13662" y="27093"/>
                    <a:pt x="13671" y="27102"/>
                  </a:cubicBezTo>
                  <a:cubicBezTo>
                    <a:pt x="13680" y="27111"/>
                    <a:pt x="13684" y="27115"/>
                    <a:pt x="13689" y="27120"/>
                  </a:cubicBezTo>
                  <a:cubicBezTo>
                    <a:pt x="13698" y="27129"/>
                    <a:pt x="13707" y="27133"/>
                    <a:pt x="13716" y="27143"/>
                  </a:cubicBezTo>
                  <a:cubicBezTo>
                    <a:pt x="13725" y="27147"/>
                    <a:pt x="13730" y="27152"/>
                    <a:pt x="13739" y="27156"/>
                  </a:cubicBezTo>
                  <a:cubicBezTo>
                    <a:pt x="13739" y="27156"/>
                    <a:pt x="13739" y="27156"/>
                    <a:pt x="13739" y="27161"/>
                  </a:cubicBezTo>
                  <a:cubicBezTo>
                    <a:pt x="13744" y="27161"/>
                    <a:pt x="13748" y="27161"/>
                    <a:pt x="13748" y="27165"/>
                  </a:cubicBezTo>
                  <a:cubicBezTo>
                    <a:pt x="13766" y="27174"/>
                    <a:pt x="13784" y="27183"/>
                    <a:pt x="13803" y="27193"/>
                  </a:cubicBezTo>
                  <a:cubicBezTo>
                    <a:pt x="13807" y="27197"/>
                    <a:pt x="13816" y="27197"/>
                    <a:pt x="13825" y="27202"/>
                  </a:cubicBezTo>
                  <a:cubicBezTo>
                    <a:pt x="13839" y="27206"/>
                    <a:pt x="13853" y="27215"/>
                    <a:pt x="13866" y="27220"/>
                  </a:cubicBezTo>
                  <a:cubicBezTo>
                    <a:pt x="13875" y="27220"/>
                    <a:pt x="13884" y="27224"/>
                    <a:pt x="13894" y="27229"/>
                  </a:cubicBezTo>
                  <a:cubicBezTo>
                    <a:pt x="13907" y="27229"/>
                    <a:pt x="13921" y="27233"/>
                    <a:pt x="13935" y="27238"/>
                  </a:cubicBezTo>
                  <a:cubicBezTo>
                    <a:pt x="13944" y="27238"/>
                    <a:pt x="13953" y="27238"/>
                    <a:pt x="13962" y="27243"/>
                  </a:cubicBezTo>
                  <a:cubicBezTo>
                    <a:pt x="13985" y="27243"/>
                    <a:pt x="14003" y="27247"/>
                    <a:pt x="14025" y="27247"/>
                  </a:cubicBezTo>
                  <a:lnTo>
                    <a:pt x="14035" y="27247"/>
                  </a:lnTo>
                  <a:cubicBezTo>
                    <a:pt x="14057" y="27247"/>
                    <a:pt x="14080" y="27243"/>
                    <a:pt x="14098" y="27243"/>
                  </a:cubicBezTo>
                  <a:cubicBezTo>
                    <a:pt x="14107" y="27238"/>
                    <a:pt x="14116" y="27238"/>
                    <a:pt x="14126" y="27238"/>
                  </a:cubicBezTo>
                  <a:cubicBezTo>
                    <a:pt x="14139" y="27233"/>
                    <a:pt x="14157" y="27229"/>
                    <a:pt x="14171" y="27224"/>
                  </a:cubicBezTo>
                  <a:cubicBezTo>
                    <a:pt x="14180" y="27224"/>
                    <a:pt x="14189" y="27220"/>
                    <a:pt x="14198" y="27220"/>
                  </a:cubicBezTo>
                  <a:cubicBezTo>
                    <a:pt x="14212" y="27211"/>
                    <a:pt x="14226" y="27206"/>
                    <a:pt x="14239" y="27202"/>
                  </a:cubicBezTo>
                  <a:cubicBezTo>
                    <a:pt x="14248" y="27197"/>
                    <a:pt x="14257" y="27193"/>
                    <a:pt x="14262" y="27193"/>
                  </a:cubicBezTo>
                  <a:cubicBezTo>
                    <a:pt x="14280" y="27183"/>
                    <a:pt x="14298" y="27174"/>
                    <a:pt x="14317" y="27161"/>
                  </a:cubicBezTo>
                  <a:cubicBezTo>
                    <a:pt x="14317" y="27161"/>
                    <a:pt x="14321" y="27156"/>
                    <a:pt x="14326" y="27156"/>
                  </a:cubicBezTo>
                  <a:cubicBezTo>
                    <a:pt x="14335" y="27152"/>
                    <a:pt x="14339" y="27147"/>
                    <a:pt x="14344" y="27143"/>
                  </a:cubicBezTo>
                  <a:cubicBezTo>
                    <a:pt x="14357" y="27133"/>
                    <a:pt x="14367" y="27124"/>
                    <a:pt x="14376" y="27115"/>
                  </a:cubicBezTo>
                  <a:cubicBezTo>
                    <a:pt x="14380" y="27111"/>
                    <a:pt x="14385" y="27106"/>
                    <a:pt x="14394" y="27102"/>
                  </a:cubicBezTo>
                  <a:cubicBezTo>
                    <a:pt x="14403" y="27093"/>
                    <a:pt x="14412" y="27083"/>
                    <a:pt x="14421" y="27070"/>
                  </a:cubicBezTo>
                  <a:cubicBezTo>
                    <a:pt x="14426" y="27065"/>
                    <a:pt x="14430" y="27061"/>
                    <a:pt x="14435" y="27056"/>
                  </a:cubicBezTo>
                  <a:cubicBezTo>
                    <a:pt x="14448" y="27042"/>
                    <a:pt x="14462" y="27024"/>
                    <a:pt x="14471" y="27006"/>
                  </a:cubicBezTo>
                  <a:lnTo>
                    <a:pt x="17109" y="23013"/>
                  </a:lnTo>
                  <a:lnTo>
                    <a:pt x="20192" y="27011"/>
                  </a:lnTo>
                  <a:cubicBezTo>
                    <a:pt x="20197" y="27015"/>
                    <a:pt x="20197" y="27020"/>
                    <a:pt x="20201" y="27024"/>
                  </a:cubicBezTo>
                  <a:cubicBezTo>
                    <a:pt x="20210" y="27033"/>
                    <a:pt x="20219" y="27042"/>
                    <a:pt x="20228" y="27052"/>
                  </a:cubicBezTo>
                  <a:cubicBezTo>
                    <a:pt x="20233" y="27056"/>
                    <a:pt x="20238" y="27061"/>
                    <a:pt x="20242" y="27065"/>
                  </a:cubicBezTo>
                  <a:cubicBezTo>
                    <a:pt x="20251" y="27074"/>
                    <a:pt x="20260" y="27083"/>
                    <a:pt x="20269" y="27093"/>
                  </a:cubicBezTo>
                  <a:cubicBezTo>
                    <a:pt x="20274" y="27097"/>
                    <a:pt x="20278" y="27102"/>
                    <a:pt x="20288" y="27106"/>
                  </a:cubicBezTo>
                  <a:cubicBezTo>
                    <a:pt x="20297" y="27115"/>
                    <a:pt x="20306" y="27120"/>
                    <a:pt x="20319" y="27129"/>
                  </a:cubicBezTo>
                  <a:cubicBezTo>
                    <a:pt x="20324" y="27133"/>
                    <a:pt x="20328" y="27133"/>
                    <a:pt x="20333" y="27138"/>
                  </a:cubicBezTo>
                  <a:cubicBezTo>
                    <a:pt x="20347" y="27147"/>
                    <a:pt x="20365" y="27156"/>
                    <a:pt x="20378" y="27165"/>
                  </a:cubicBezTo>
                  <a:lnTo>
                    <a:pt x="20383" y="27165"/>
                  </a:lnTo>
                  <a:cubicBezTo>
                    <a:pt x="20401" y="27174"/>
                    <a:pt x="20415" y="27179"/>
                    <a:pt x="20433" y="27188"/>
                  </a:cubicBezTo>
                  <a:cubicBezTo>
                    <a:pt x="20442" y="27188"/>
                    <a:pt x="20447" y="27193"/>
                    <a:pt x="20456" y="27193"/>
                  </a:cubicBezTo>
                  <a:cubicBezTo>
                    <a:pt x="20465" y="27197"/>
                    <a:pt x="20474" y="27197"/>
                    <a:pt x="20483" y="27202"/>
                  </a:cubicBezTo>
                  <a:lnTo>
                    <a:pt x="20488" y="27202"/>
                  </a:lnTo>
                  <a:cubicBezTo>
                    <a:pt x="20501" y="27206"/>
                    <a:pt x="20515" y="27206"/>
                    <a:pt x="20529" y="27211"/>
                  </a:cubicBezTo>
                  <a:cubicBezTo>
                    <a:pt x="20538" y="27211"/>
                    <a:pt x="20542" y="27215"/>
                    <a:pt x="20551" y="27215"/>
                  </a:cubicBezTo>
                  <a:lnTo>
                    <a:pt x="20597" y="27215"/>
                  </a:lnTo>
                  <a:cubicBezTo>
                    <a:pt x="20601" y="27215"/>
                    <a:pt x="20606" y="27220"/>
                    <a:pt x="20610" y="27220"/>
                  </a:cubicBezTo>
                  <a:cubicBezTo>
                    <a:pt x="20620" y="27220"/>
                    <a:pt x="20624" y="27215"/>
                    <a:pt x="20633" y="27215"/>
                  </a:cubicBezTo>
                  <a:cubicBezTo>
                    <a:pt x="20656" y="27215"/>
                    <a:pt x="20674" y="27215"/>
                    <a:pt x="20697" y="27211"/>
                  </a:cubicBezTo>
                  <a:cubicBezTo>
                    <a:pt x="20706" y="27211"/>
                    <a:pt x="20715" y="27206"/>
                    <a:pt x="20729" y="27202"/>
                  </a:cubicBezTo>
                  <a:cubicBezTo>
                    <a:pt x="20747" y="27197"/>
                    <a:pt x="20760" y="27197"/>
                    <a:pt x="20779" y="27188"/>
                  </a:cubicBezTo>
                  <a:cubicBezTo>
                    <a:pt x="20792" y="27183"/>
                    <a:pt x="20801" y="27179"/>
                    <a:pt x="20811" y="27174"/>
                  </a:cubicBezTo>
                  <a:cubicBezTo>
                    <a:pt x="20829" y="27170"/>
                    <a:pt x="20842" y="27165"/>
                    <a:pt x="20861" y="27156"/>
                  </a:cubicBezTo>
                  <a:cubicBezTo>
                    <a:pt x="20883" y="27143"/>
                    <a:pt x="20911" y="27124"/>
                    <a:pt x="20933" y="27106"/>
                  </a:cubicBezTo>
                  <a:cubicBezTo>
                    <a:pt x="20951" y="27093"/>
                    <a:pt x="20970" y="27074"/>
                    <a:pt x="20988" y="27056"/>
                  </a:cubicBezTo>
                  <a:cubicBezTo>
                    <a:pt x="20992" y="27052"/>
                    <a:pt x="20997" y="27047"/>
                    <a:pt x="21002" y="27047"/>
                  </a:cubicBezTo>
                  <a:cubicBezTo>
                    <a:pt x="21015" y="27024"/>
                    <a:pt x="21033" y="27006"/>
                    <a:pt x="21047" y="26988"/>
                  </a:cubicBezTo>
                  <a:cubicBezTo>
                    <a:pt x="21047" y="26983"/>
                    <a:pt x="21052" y="26979"/>
                    <a:pt x="21052" y="26974"/>
                  </a:cubicBezTo>
                  <a:cubicBezTo>
                    <a:pt x="21083" y="26929"/>
                    <a:pt x="21106" y="26879"/>
                    <a:pt x="21120" y="26824"/>
                  </a:cubicBezTo>
                  <a:cubicBezTo>
                    <a:pt x="21120" y="26824"/>
                    <a:pt x="21120" y="26820"/>
                    <a:pt x="21120" y="26820"/>
                  </a:cubicBezTo>
                  <a:lnTo>
                    <a:pt x="27682" y="657"/>
                  </a:lnTo>
                  <a:cubicBezTo>
                    <a:pt x="27750" y="375"/>
                    <a:pt x="27582" y="89"/>
                    <a:pt x="27300" y="16"/>
                  </a:cubicBezTo>
                  <a:cubicBezTo>
                    <a:pt x="27258" y="6"/>
                    <a:pt x="27215" y="1"/>
                    <a:pt x="27173" y="1"/>
                  </a:cubicBezTo>
                  <a:cubicBezTo>
                    <a:pt x="26937" y="1"/>
                    <a:pt x="26721" y="158"/>
                    <a:pt x="26659" y="398"/>
                  </a:cubicBezTo>
                  <a:lnTo>
                    <a:pt x="26595" y="653"/>
                  </a:lnTo>
                  <a:lnTo>
                    <a:pt x="23862" y="4195"/>
                  </a:lnTo>
                  <a:lnTo>
                    <a:pt x="22043" y="1858"/>
                  </a:lnTo>
                  <a:lnTo>
                    <a:pt x="22543" y="1217"/>
                  </a:lnTo>
                  <a:cubicBezTo>
                    <a:pt x="22725" y="989"/>
                    <a:pt x="22684" y="657"/>
                    <a:pt x="22457" y="480"/>
                  </a:cubicBezTo>
                  <a:cubicBezTo>
                    <a:pt x="22361" y="403"/>
                    <a:pt x="22246" y="366"/>
                    <a:pt x="22132" y="366"/>
                  </a:cubicBezTo>
                  <a:cubicBezTo>
                    <a:pt x="21976" y="366"/>
                    <a:pt x="21822" y="435"/>
                    <a:pt x="21720" y="566"/>
                  </a:cubicBezTo>
                  <a:lnTo>
                    <a:pt x="18937" y="4100"/>
                  </a:lnTo>
                  <a:lnTo>
                    <a:pt x="17095" y="1708"/>
                  </a:lnTo>
                  <a:lnTo>
                    <a:pt x="17759" y="848"/>
                  </a:lnTo>
                  <a:cubicBezTo>
                    <a:pt x="17936" y="621"/>
                    <a:pt x="17895" y="289"/>
                    <a:pt x="17664" y="112"/>
                  </a:cubicBezTo>
                  <a:cubicBezTo>
                    <a:pt x="17568" y="37"/>
                    <a:pt x="17455" y="1"/>
                    <a:pt x="17342" y="1"/>
                  </a:cubicBezTo>
                  <a:cubicBezTo>
                    <a:pt x="17185" y="1"/>
                    <a:pt x="17030" y="70"/>
                    <a:pt x="16927" y="202"/>
                  </a:cubicBezTo>
                  <a:lnTo>
                    <a:pt x="16431" y="844"/>
                  </a:lnTo>
                  <a:lnTo>
                    <a:pt x="15935" y="207"/>
                  </a:lnTo>
                  <a:cubicBezTo>
                    <a:pt x="15832" y="72"/>
                    <a:pt x="15678" y="2"/>
                    <a:pt x="15521" y="2"/>
                  </a:cubicBezTo>
                  <a:cubicBezTo>
                    <a:pt x="15409" y="2"/>
                    <a:pt x="15295" y="38"/>
                    <a:pt x="15199" y="112"/>
                  </a:cubicBezTo>
                  <a:cubicBezTo>
                    <a:pt x="14967" y="289"/>
                    <a:pt x="14926" y="621"/>
                    <a:pt x="15103" y="848"/>
                  </a:cubicBezTo>
                  <a:lnTo>
                    <a:pt x="15763" y="1703"/>
                  </a:lnTo>
                  <a:lnTo>
                    <a:pt x="13889" y="4123"/>
                  </a:lnTo>
                  <a:lnTo>
                    <a:pt x="12011" y="1703"/>
                  </a:lnTo>
                  <a:lnTo>
                    <a:pt x="12670" y="848"/>
                  </a:lnTo>
                  <a:cubicBezTo>
                    <a:pt x="12848" y="621"/>
                    <a:pt x="12807" y="289"/>
                    <a:pt x="12575" y="112"/>
                  </a:cubicBezTo>
                  <a:cubicBezTo>
                    <a:pt x="12478" y="38"/>
                    <a:pt x="12365" y="2"/>
                    <a:pt x="12253" y="2"/>
                  </a:cubicBezTo>
                  <a:cubicBezTo>
                    <a:pt x="12096" y="2"/>
                    <a:pt x="11941" y="72"/>
                    <a:pt x="11838" y="207"/>
                  </a:cubicBezTo>
                  <a:lnTo>
                    <a:pt x="11342" y="844"/>
                  </a:lnTo>
                  <a:lnTo>
                    <a:pt x="10847" y="202"/>
                  </a:lnTo>
                  <a:cubicBezTo>
                    <a:pt x="10744" y="70"/>
                    <a:pt x="10588" y="1"/>
                    <a:pt x="10432" y="1"/>
                  </a:cubicBezTo>
                  <a:cubicBezTo>
                    <a:pt x="10319" y="1"/>
                    <a:pt x="10205" y="37"/>
                    <a:pt x="10110" y="112"/>
                  </a:cubicBezTo>
                  <a:cubicBezTo>
                    <a:pt x="9878" y="289"/>
                    <a:pt x="9837" y="621"/>
                    <a:pt x="10014" y="848"/>
                  </a:cubicBezTo>
                  <a:lnTo>
                    <a:pt x="10678" y="1708"/>
                  </a:lnTo>
                  <a:lnTo>
                    <a:pt x="8837" y="4100"/>
                  </a:lnTo>
                  <a:lnTo>
                    <a:pt x="6058" y="566"/>
                  </a:lnTo>
                  <a:cubicBezTo>
                    <a:pt x="5953" y="435"/>
                    <a:pt x="5798" y="366"/>
                    <a:pt x="5642" y="366"/>
                  </a:cubicBezTo>
                  <a:cubicBezTo>
                    <a:pt x="5528" y="366"/>
                    <a:pt x="5413" y="403"/>
                    <a:pt x="5317" y="480"/>
                  </a:cubicBezTo>
                  <a:cubicBezTo>
                    <a:pt x="5089" y="657"/>
                    <a:pt x="5048" y="989"/>
                    <a:pt x="5230" y="1217"/>
                  </a:cubicBezTo>
                  <a:lnTo>
                    <a:pt x="5731" y="1858"/>
                  </a:lnTo>
                  <a:lnTo>
                    <a:pt x="3912" y="4195"/>
                  </a:lnTo>
                  <a:lnTo>
                    <a:pt x="1147" y="616"/>
                  </a:lnTo>
                  <a:lnTo>
                    <a:pt x="1092" y="398"/>
                  </a:lnTo>
                  <a:cubicBezTo>
                    <a:pt x="1034" y="158"/>
                    <a:pt x="818" y="1"/>
                    <a:pt x="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710229" y="2661885"/>
              <a:ext cx="2314475" cy="252579"/>
            </a:xfrm>
            <a:custGeom>
              <a:rect b="b" l="l" r="r" t="t"/>
              <a:pathLst>
                <a:path extrusionOk="0" h="3685" w="33767">
                  <a:moveTo>
                    <a:pt x="1751" y="1"/>
                  </a:moveTo>
                  <a:cubicBezTo>
                    <a:pt x="783" y="1"/>
                    <a:pt x="1" y="828"/>
                    <a:pt x="1" y="1842"/>
                  </a:cubicBezTo>
                  <a:lnTo>
                    <a:pt x="1" y="1847"/>
                  </a:lnTo>
                  <a:cubicBezTo>
                    <a:pt x="1" y="2861"/>
                    <a:pt x="783" y="3684"/>
                    <a:pt x="1751" y="3684"/>
                  </a:cubicBezTo>
                  <a:lnTo>
                    <a:pt x="32011" y="3684"/>
                  </a:lnTo>
                  <a:cubicBezTo>
                    <a:pt x="32980" y="3684"/>
                    <a:pt x="33767" y="2861"/>
                    <a:pt x="33767" y="1847"/>
                  </a:cubicBezTo>
                  <a:lnTo>
                    <a:pt x="33767" y="1842"/>
                  </a:lnTo>
                  <a:cubicBezTo>
                    <a:pt x="33767" y="828"/>
                    <a:pt x="32980" y="1"/>
                    <a:pt x="320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2663444" y="608350"/>
              <a:ext cx="379383" cy="360739"/>
            </a:xfrm>
            <a:custGeom>
              <a:rect b="b" l="l" r="r" t="t"/>
              <a:pathLst>
                <a:path extrusionOk="0" h="5263" w="5535">
                  <a:moveTo>
                    <a:pt x="2770" y="1"/>
                  </a:moveTo>
                  <a:lnTo>
                    <a:pt x="1915" y="1734"/>
                  </a:lnTo>
                  <a:lnTo>
                    <a:pt x="0" y="2011"/>
                  </a:lnTo>
                  <a:lnTo>
                    <a:pt x="1383" y="3357"/>
                  </a:lnTo>
                  <a:lnTo>
                    <a:pt x="1060" y="5262"/>
                  </a:lnTo>
                  <a:lnTo>
                    <a:pt x="2770" y="4362"/>
                  </a:lnTo>
                  <a:lnTo>
                    <a:pt x="4480" y="5262"/>
                  </a:lnTo>
                  <a:lnTo>
                    <a:pt x="4480" y="5262"/>
                  </a:lnTo>
                  <a:lnTo>
                    <a:pt x="4152" y="3357"/>
                  </a:lnTo>
                  <a:lnTo>
                    <a:pt x="5535" y="2011"/>
                  </a:lnTo>
                  <a:lnTo>
                    <a:pt x="3625" y="1734"/>
                  </a:lnTo>
                  <a:lnTo>
                    <a:pt x="27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1965549" y="828097"/>
              <a:ext cx="377189" cy="371363"/>
            </a:xfrm>
            <a:custGeom>
              <a:rect b="b" l="l" r="r" t="t"/>
              <a:pathLst>
                <a:path extrusionOk="0" h="5418" w="5503">
                  <a:moveTo>
                    <a:pt x="1392" y="1"/>
                  </a:moveTo>
                  <a:lnTo>
                    <a:pt x="1514" y="1929"/>
                  </a:lnTo>
                  <a:lnTo>
                    <a:pt x="0" y="3125"/>
                  </a:lnTo>
                  <a:lnTo>
                    <a:pt x="1874" y="3603"/>
                  </a:lnTo>
                  <a:lnTo>
                    <a:pt x="2542" y="5417"/>
                  </a:lnTo>
                  <a:lnTo>
                    <a:pt x="3575" y="3780"/>
                  </a:lnTo>
                  <a:lnTo>
                    <a:pt x="5503" y="3707"/>
                  </a:lnTo>
                  <a:lnTo>
                    <a:pt x="4266" y="2220"/>
                  </a:lnTo>
                  <a:lnTo>
                    <a:pt x="4793" y="360"/>
                  </a:lnTo>
                  <a:lnTo>
                    <a:pt x="4793" y="360"/>
                  </a:lnTo>
                  <a:lnTo>
                    <a:pt x="2997" y="1074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1484589" y="1319342"/>
              <a:ext cx="370952" cy="377601"/>
            </a:xfrm>
            <a:custGeom>
              <a:rect b="b" l="l" r="r" t="t"/>
              <a:pathLst>
                <a:path extrusionOk="0" h="5509" w="5412">
                  <a:moveTo>
                    <a:pt x="3124" y="1"/>
                  </a:moveTo>
                  <a:lnTo>
                    <a:pt x="1928" y="1520"/>
                  </a:lnTo>
                  <a:lnTo>
                    <a:pt x="0" y="1393"/>
                  </a:lnTo>
                  <a:lnTo>
                    <a:pt x="1073" y="3002"/>
                  </a:lnTo>
                  <a:lnTo>
                    <a:pt x="359" y="4794"/>
                  </a:lnTo>
                  <a:lnTo>
                    <a:pt x="359" y="4794"/>
                  </a:lnTo>
                  <a:lnTo>
                    <a:pt x="2219" y="4271"/>
                  </a:lnTo>
                  <a:lnTo>
                    <a:pt x="3702" y="5508"/>
                  </a:lnTo>
                  <a:lnTo>
                    <a:pt x="3779" y="3575"/>
                  </a:lnTo>
                  <a:lnTo>
                    <a:pt x="5412" y="2543"/>
                  </a:lnTo>
                  <a:lnTo>
                    <a:pt x="3602" y="1875"/>
                  </a:lnTo>
                  <a:lnTo>
                    <a:pt x="31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1278825" y="2021355"/>
              <a:ext cx="360739" cy="379383"/>
            </a:xfrm>
            <a:custGeom>
              <a:rect b="b" l="l" r="r" t="t"/>
              <a:pathLst>
                <a:path extrusionOk="0" h="5535" w="5263">
                  <a:moveTo>
                    <a:pt x="2011" y="0"/>
                  </a:moveTo>
                  <a:lnTo>
                    <a:pt x="1733" y="1915"/>
                  </a:lnTo>
                  <a:lnTo>
                    <a:pt x="1" y="2770"/>
                  </a:lnTo>
                  <a:lnTo>
                    <a:pt x="1733" y="3625"/>
                  </a:lnTo>
                  <a:lnTo>
                    <a:pt x="2011" y="5535"/>
                  </a:lnTo>
                  <a:lnTo>
                    <a:pt x="3361" y="4152"/>
                  </a:lnTo>
                  <a:lnTo>
                    <a:pt x="5262" y="4480"/>
                  </a:lnTo>
                  <a:lnTo>
                    <a:pt x="4366" y="2770"/>
                  </a:lnTo>
                  <a:lnTo>
                    <a:pt x="5262" y="1060"/>
                  </a:lnTo>
                  <a:lnTo>
                    <a:pt x="5262" y="1060"/>
                  </a:lnTo>
                  <a:lnTo>
                    <a:pt x="3361" y="1383"/>
                  </a:lnTo>
                  <a:lnTo>
                    <a:pt x="20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4095083" y="1992978"/>
              <a:ext cx="361013" cy="379383"/>
            </a:xfrm>
            <a:custGeom>
              <a:rect b="b" l="l" r="r" t="t"/>
              <a:pathLst>
                <a:path extrusionOk="0" h="5535" w="5267">
                  <a:moveTo>
                    <a:pt x="3252" y="0"/>
                  </a:moveTo>
                  <a:lnTo>
                    <a:pt x="1906" y="1383"/>
                  </a:lnTo>
                  <a:lnTo>
                    <a:pt x="0" y="1055"/>
                  </a:lnTo>
                  <a:lnTo>
                    <a:pt x="901" y="2765"/>
                  </a:lnTo>
                  <a:lnTo>
                    <a:pt x="0" y="4480"/>
                  </a:lnTo>
                  <a:lnTo>
                    <a:pt x="1906" y="4152"/>
                  </a:lnTo>
                  <a:lnTo>
                    <a:pt x="3252" y="5535"/>
                  </a:lnTo>
                  <a:lnTo>
                    <a:pt x="3534" y="3620"/>
                  </a:lnTo>
                  <a:lnTo>
                    <a:pt x="5267" y="2765"/>
                  </a:lnTo>
                  <a:lnTo>
                    <a:pt x="3534" y="1910"/>
                  </a:lnTo>
                  <a:lnTo>
                    <a:pt x="32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3865056" y="1295078"/>
              <a:ext cx="370952" cy="377189"/>
            </a:xfrm>
            <a:custGeom>
              <a:rect b="b" l="l" r="r" t="t"/>
              <a:pathLst>
                <a:path extrusionOk="0" h="5503" w="5412">
                  <a:moveTo>
                    <a:pt x="2288" y="0"/>
                  </a:moveTo>
                  <a:lnTo>
                    <a:pt x="1810" y="1869"/>
                  </a:lnTo>
                  <a:lnTo>
                    <a:pt x="0" y="2538"/>
                  </a:lnTo>
                  <a:lnTo>
                    <a:pt x="1633" y="3570"/>
                  </a:lnTo>
                  <a:lnTo>
                    <a:pt x="1710" y="5503"/>
                  </a:lnTo>
                  <a:lnTo>
                    <a:pt x="3193" y="4266"/>
                  </a:lnTo>
                  <a:lnTo>
                    <a:pt x="5053" y="4789"/>
                  </a:lnTo>
                  <a:lnTo>
                    <a:pt x="4339" y="2997"/>
                  </a:lnTo>
                  <a:lnTo>
                    <a:pt x="5412" y="1387"/>
                  </a:lnTo>
                  <a:lnTo>
                    <a:pt x="3484" y="1515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3367577" y="814115"/>
              <a:ext cx="377189" cy="370952"/>
            </a:xfrm>
            <a:custGeom>
              <a:rect b="b" l="l" r="r" t="t"/>
              <a:pathLst>
                <a:path extrusionOk="0" h="5412" w="5503">
                  <a:moveTo>
                    <a:pt x="4111" y="0"/>
                  </a:moveTo>
                  <a:lnTo>
                    <a:pt x="2506" y="1074"/>
                  </a:lnTo>
                  <a:lnTo>
                    <a:pt x="710" y="355"/>
                  </a:lnTo>
                  <a:lnTo>
                    <a:pt x="1233" y="2215"/>
                  </a:lnTo>
                  <a:lnTo>
                    <a:pt x="0" y="3702"/>
                  </a:lnTo>
                  <a:lnTo>
                    <a:pt x="1929" y="3779"/>
                  </a:lnTo>
                  <a:lnTo>
                    <a:pt x="2961" y="5412"/>
                  </a:lnTo>
                  <a:lnTo>
                    <a:pt x="3629" y="3602"/>
                  </a:lnTo>
                  <a:lnTo>
                    <a:pt x="5503" y="3125"/>
                  </a:lnTo>
                  <a:lnTo>
                    <a:pt x="3984" y="1928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1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461451" y="1575175"/>
            <a:ext cx="56131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March Data Crunch Madness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152448" y="3187786"/>
            <a:ext cx="8534352" cy="1160700"/>
            <a:chOff x="152448" y="3035386"/>
            <a:chExt cx="8534352" cy="1160700"/>
          </a:xfrm>
        </p:grpSpPr>
        <p:sp>
          <p:nvSpPr>
            <p:cNvPr id="77" name="Google Shape;77;p2"/>
            <p:cNvSpPr/>
            <p:nvPr/>
          </p:nvSpPr>
          <p:spPr>
            <a:xfrm>
              <a:off x="457200" y="3035386"/>
              <a:ext cx="8229600" cy="1160700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" name="Google Shape;78;p2"/>
            <p:cNvGrpSpPr/>
            <p:nvPr/>
          </p:nvGrpSpPr>
          <p:grpSpPr>
            <a:xfrm>
              <a:off x="152448" y="3200600"/>
              <a:ext cx="2781252" cy="959850"/>
              <a:chOff x="-2539639" y="2525823"/>
              <a:chExt cx="2781252" cy="959850"/>
            </a:xfrm>
          </p:grpSpPr>
          <p:sp>
            <p:nvSpPr>
              <p:cNvPr id="79" name="Google Shape;79;p2"/>
              <p:cNvSpPr txBox="1"/>
              <p:nvPr/>
            </p:nvSpPr>
            <p:spPr>
              <a:xfrm>
                <a:off x="-2539639" y="2525823"/>
                <a:ext cx="23394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2) Variable Selection</a:t>
                </a:r>
                <a:endParaRPr b="1" i="0" sz="1800" u="none" cap="none" strike="noStrike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80" name="Google Shape;80;p2"/>
              <p:cNvSpPr txBox="1"/>
              <p:nvPr/>
            </p:nvSpPr>
            <p:spPr>
              <a:xfrm>
                <a:off x="-2234887" y="2804673"/>
                <a:ext cx="2476500" cy="6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Using random Forest, 10 variables were chosen based on feature importance for each model.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" name="Google Shape;81;p2"/>
            <p:cNvGrpSpPr/>
            <p:nvPr/>
          </p:nvGrpSpPr>
          <p:grpSpPr>
            <a:xfrm>
              <a:off x="6554050" y="3200605"/>
              <a:ext cx="1980310" cy="942745"/>
              <a:chOff x="-2082437" y="2525828"/>
              <a:chExt cx="1980310" cy="942745"/>
            </a:xfrm>
          </p:grpSpPr>
          <p:sp>
            <p:nvSpPr>
              <p:cNvPr id="82" name="Google Shape;82;p2"/>
              <p:cNvSpPr txBox="1"/>
              <p:nvPr/>
            </p:nvSpPr>
            <p:spPr>
              <a:xfrm>
                <a:off x="-2082427" y="2525828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4) Model Evaluation</a:t>
                </a:r>
                <a:endParaRPr b="1" i="0" sz="1800" u="none" cap="none" strike="noStrike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83" name="Google Shape;83;p2"/>
              <p:cNvSpPr txBox="1"/>
              <p:nvPr/>
            </p:nvSpPr>
            <p:spPr>
              <a:xfrm>
                <a:off x="-2082437" y="2821773"/>
                <a:ext cx="1980300" cy="6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Random Forest had the lowest log loss and highest accuracy.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" name="Google Shape;84;p2"/>
          <p:cNvGrpSpPr/>
          <p:nvPr/>
        </p:nvGrpSpPr>
        <p:grpSpPr>
          <a:xfrm>
            <a:off x="-89525" y="1479638"/>
            <a:ext cx="8843175" cy="1160700"/>
            <a:chOff x="-89525" y="1632038"/>
            <a:chExt cx="8843175" cy="1160700"/>
          </a:xfrm>
        </p:grpSpPr>
        <p:sp>
          <p:nvSpPr>
            <p:cNvPr id="85" name="Google Shape;85;p2"/>
            <p:cNvSpPr/>
            <p:nvPr/>
          </p:nvSpPr>
          <p:spPr>
            <a:xfrm>
              <a:off x="457200" y="1632038"/>
              <a:ext cx="8229600" cy="1160700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2"/>
            <p:cNvGrpSpPr/>
            <p:nvPr/>
          </p:nvGrpSpPr>
          <p:grpSpPr>
            <a:xfrm>
              <a:off x="-89525" y="1771650"/>
              <a:ext cx="3253200" cy="977100"/>
              <a:chOff x="-2781575" y="1424463"/>
              <a:chExt cx="3253200" cy="977100"/>
            </a:xfrm>
          </p:grpSpPr>
          <p:sp>
            <p:nvSpPr>
              <p:cNvPr id="87" name="Google Shape;87;p2"/>
              <p:cNvSpPr txBox="1"/>
              <p:nvPr/>
            </p:nvSpPr>
            <p:spPr>
              <a:xfrm>
                <a:off x="-2781575" y="1424463"/>
                <a:ext cx="32532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45720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1) Variable Transformation </a:t>
                </a:r>
                <a:endParaRPr b="1" i="0" sz="1800" u="none" cap="none" strike="noStrike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88" name="Google Shape;88;p2"/>
              <p:cNvSpPr txBox="1"/>
              <p:nvPr/>
            </p:nvSpPr>
            <p:spPr>
              <a:xfrm>
                <a:off x="-2290175" y="1696863"/>
                <a:ext cx="2403000" cy="7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analyzed the differences between team 1 and team 2, and calculated for some.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89" name="Google Shape;89;p2"/>
            <p:cNvGrpSpPr/>
            <p:nvPr/>
          </p:nvGrpSpPr>
          <p:grpSpPr>
            <a:xfrm>
              <a:off x="6554050" y="1765213"/>
              <a:ext cx="2199600" cy="1005588"/>
              <a:chOff x="-2082437" y="1418025"/>
              <a:chExt cx="2199600" cy="1005588"/>
            </a:xfrm>
          </p:grpSpPr>
          <p:sp>
            <p:nvSpPr>
              <p:cNvPr id="90" name="Google Shape;90;p2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3) Model Building</a:t>
                </a:r>
                <a:endParaRPr b="1" i="0" sz="1800" u="none" cap="none" strike="noStrike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91" name="Google Shape;91;p2"/>
              <p:cNvSpPr txBox="1"/>
              <p:nvPr/>
            </p:nvSpPr>
            <p:spPr>
              <a:xfrm>
                <a:off x="-2082437" y="1674813"/>
                <a:ext cx="2199600" cy="74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 machine learning models and 1 statistical model.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Methodology</a:t>
            </a:r>
            <a:endParaRPr sz="2400"/>
          </a:p>
        </p:txBody>
      </p:sp>
      <p:grpSp>
        <p:nvGrpSpPr>
          <p:cNvPr id="93" name="Google Shape;93;p2"/>
          <p:cNvGrpSpPr/>
          <p:nvPr/>
        </p:nvGrpSpPr>
        <p:grpSpPr>
          <a:xfrm>
            <a:off x="2755500" y="1097737"/>
            <a:ext cx="3632912" cy="3632668"/>
            <a:chOff x="2755500" y="1097737"/>
            <a:chExt cx="3632912" cy="3632668"/>
          </a:xfrm>
        </p:grpSpPr>
        <p:grpSp>
          <p:nvGrpSpPr>
            <p:cNvPr id="94" name="Google Shape;94;p2"/>
            <p:cNvGrpSpPr/>
            <p:nvPr/>
          </p:nvGrpSpPr>
          <p:grpSpPr>
            <a:xfrm>
              <a:off x="2755500" y="1097737"/>
              <a:ext cx="3632912" cy="3632668"/>
              <a:chOff x="2755500" y="1224637"/>
              <a:chExt cx="3632912" cy="3632668"/>
            </a:xfrm>
          </p:grpSpPr>
          <p:sp>
            <p:nvSpPr>
              <p:cNvPr id="95" name="Google Shape;95;p2"/>
              <p:cNvSpPr/>
              <p:nvPr/>
            </p:nvSpPr>
            <p:spPr>
              <a:xfrm>
                <a:off x="2755500" y="1224637"/>
                <a:ext cx="3632912" cy="3632668"/>
              </a:xfrm>
              <a:custGeom>
                <a:rect b="b" l="l" r="r" t="t"/>
                <a:pathLst>
                  <a:path extrusionOk="0" h="74459" w="74464">
                    <a:moveTo>
                      <a:pt x="37232" y="0"/>
                    </a:moveTo>
                    <a:cubicBezTo>
                      <a:pt x="32211" y="0"/>
                      <a:pt x="27336" y="987"/>
                      <a:pt x="22734" y="2934"/>
                    </a:cubicBezTo>
                    <a:cubicBezTo>
                      <a:pt x="18300" y="4812"/>
                      <a:pt x="14321" y="7490"/>
                      <a:pt x="10906" y="10906"/>
                    </a:cubicBezTo>
                    <a:cubicBezTo>
                      <a:pt x="7495" y="14321"/>
                      <a:pt x="4812" y="18300"/>
                      <a:pt x="2934" y="22734"/>
                    </a:cubicBezTo>
                    <a:cubicBezTo>
                      <a:pt x="987" y="27336"/>
                      <a:pt x="0" y="32211"/>
                      <a:pt x="0" y="37232"/>
                    </a:cubicBezTo>
                    <a:cubicBezTo>
                      <a:pt x="0" y="42248"/>
                      <a:pt x="987" y="47127"/>
                      <a:pt x="2934" y="51725"/>
                    </a:cubicBezTo>
                    <a:cubicBezTo>
                      <a:pt x="4812" y="56164"/>
                      <a:pt x="7495" y="60143"/>
                      <a:pt x="10906" y="63558"/>
                    </a:cubicBezTo>
                    <a:cubicBezTo>
                      <a:pt x="14321" y="66969"/>
                      <a:pt x="18300" y="69652"/>
                      <a:pt x="22734" y="71525"/>
                    </a:cubicBezTo>
                    <a:cubicBezTo>
                      <a:pt x="27336" y="73472"/>
                      <a:pt x="32211" y="74459"/>
                      <a:pt x="37232" y="74459"/>
                    </a:cubicBezTo>
                    <a:cubicBezTo>
                      <a:pt x="42252" y="74459"/>
                      <a:pt x="47127" y="73472"/>
                      <a:pt x="51730" y="71525"/>
                    </a:cubicBezTo>
                    <a:cubicBezTo>
                      <a:pt x="56164" y="69652"/>
                      <a:pt x="60143" y="66969"/>
                      <a:pt x="63558" y="63558"/>
                    </a:cubicBezTo>
                    <a:cubicBezTo>
                      <a:pt x="66969" y="60143"/>
                      <a:pt x="69652" y="56164"/>
                      <a:pt x="71530" y="51725"/>
                    </a:cubicBezTo>
                    <a:cubicBezTo>
                      <a:pt x="73476" y="47127"/>
                      <a:pt x="74463" y="42248"/>
                      <a:pt x="74463" y="37232"/>
                    </a:cubicBezTo>
                    <a:cubicBezTo>
                      <a:pt x="74463" y="32211"/>
                      <a:pt x="73476" y="27336"/>
                      <a:pt x="71530" y="22734"/>
                    </a:cubicBezTo>
                    <a:cubicBezTo>
                      <a:pt x="69652" y="18300"/>
                      <a:pt x="66969" y="14321"/>
                      <a:pt x="63558" y="10906"/>
                    </a:cubicBezTo>
                    <a:cubicBezTo>
                      <a:pt x="60143" y="7490"/>
                      <a:pt x="56164" y="4812"/>
                      <a:pt x="51730" y="2934"/>
                    </a:cubicBezTo>
                    <a:cubicBezTo>
                      <a:pt x="47127" y="987"/>
                      <a:pt x="42252" y="0"/>
                      <a:pt x="372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125361" y="1594498"/>
                <a:ext cx="2893196" cy="2893196"/>
              </a:xfrm>
              <a:custGeom>
                <a:rect b="b" l="l" r="r" t="t"/>
                <a:pathLst>
                  <a:path extrusionOk="0" h="59302" w="59302">
                    <a:moveTo>
                      <a:pt x="29651" y="0"/>
                    </a:moveTo>
                    <a:cubicBezTo>
                      <a:pt x="25653" y="0"/>
                      <a:pt x="21770" y="783"/>
                      <a:pt x="18109" y="2333"/>
                    </a:cubicBezTo>
                    <a:cubicBezTo>
                      <a:pt x="14575" y="3829"/>
                      <a:pt x="11406" y="5962"/>
                      <a:pt x="8686" y="8682"/>
                    </a:cubicBezTo>
                    <a:cubicBezTo>
                      <a:pt x="5967" y="11406"/>
                      <a:pt x="3829" y="14575"/>
                      <a:pt x="2333" y="18104"/>
                    </a:cubicBezTo>
                    <a:cubicBezTo>
                      <a:pt x="787" y="21765"/>
                      <a:pt x="0" y="25649"/>
                      <a:pt x="0" y="29651"/>
                    </a:cubicBezTo>
                    <a:cubicBezTo>
                      <a:pt x="0" y="33648"/>
                      <a:pt x="787" y="37532"/>
                      <a:pt x="2333" y="41193"/>
                    </a:cubicBezTo>
                    <a:cubicBezTo>
                      <a:pt x="3829" y="44726"/>
                      <a:pt x="5967" y="47896"/>
                      <a:pt x="8686" y="50615"/>
                    </a:cubicBezTo>
                    <a:cubicBezTo>
                      <a:pt x="11406" y="53335"/>
                      <a:pt x="14575" y="55472"/>
                      <a:pt x="18109" y="56964"/>
                    </a:cubicBezTo>
                    <a:cubicBezTo>
                      <a:pt x="21770" y="58515"/>
                      <a:pt x="25653" y="59301"/>
                      <a:pt x="29651" y="59301"/>
                    </a:cubicBezTo>
                    <a:cubicBezTo>
                      <a:pt x="33648" y="59301"/>
                      <a:pt x="37532" y="58515"/>
                      <a:pt x="41193" y="56964"/>
                    </a:cubicBezTo>
                    <a:cubicBezTo>
                      <a:pt x="44726" y="55472"/>
                      <a:pt x="47896" y="53335"/>
                      <a:pt x="50615" y="50615"/>
                    </a:cubicBezTo>
                    <a:cubicBezTo>
                      <a:pt x="53335" y="47896"/>
                      <a:pt x="55472" y="44726"/>
                      <a:pt x="56968" y="41193"/>
                    </a:cubicBezTo>
                    <a:cubicBezTo>
                      <a:pt x="58515" y="37532"/>
                      <a:pt x="59301" y="33648"/>
                      <a:pt x="59301" y="29651"/>
                    </a:cubicBezTo>
                    <a:cubicBezTo>
                      <a:pt x="59301" y="25649"/>
                      <a:pt x="58515" y="21765"/>
                      <a:pt x="56968" y="18104"/>
                    </a:cubicBezTo>
                    <a:cubicBezTo>
                      <a:pt x="55472" y="14575"/>
                      <a:pt x="53335" y="11406"/>
                      <a:pt x="50615" y="8682"/>
                    </a:cubicBezTo>
                    <a:cubicBezTo>
                      <a:pt x="47896" y="5962"/>
                      <a:pt x="44726" y="3829"/>
                      <a:pt x="41193" y="2333"/>
                    </a:cubicBezTo>
                    <a:cubicBezTo>
                      <a:pt x="37532" y="783"/>
                      <a:pt x="33648" y="0"/>
                      <a:pt x="296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384277" y="1853172"/>
                <a:ext cx="2375366" cy="2375610"/>
              </a:xfrm>
              <a:custGeom>
                <a:rect b="b" l="l" r="r" t="t"/>
                <a:pathLst>
                  <a:path extrusionOk="0" h="48693" w="48688">
                    <a:moveTo>
                      <a:pt x="24344" y="1"/>
                    </a:moveTo>
                    <a:cubicBezTo>
                      <a:pt x="21060" y="1"/>
                      <a:pt x="17873" y="647"/>
                      <a:pt x="14867" y="1920"/>
                    </a:cubicBezTo>
                    <a:cubicBezTo>
                      <a:pt x="11965" y="3143"/>
                      <a:pt x="9364" y="4899"/>
                      <a:pt x="7131" y="7132"/>
                    </a:cubicBezTo>
                    <a:cubicBezTo>
                      <a:pt x="4894" y="9369"/>
                      <a:pt x="3138" y="11970"/>
                      <a:pt x="1915" y="14872"/>
                    </a:cubicBezTo>
                    <a:cubicBezTo>
                      <a:pt x="642" y="17873"/>
                      <a:pt x="0" y="21061"/>
                      <a:pt x="0" y="24349"/>
                    </a:cubicBezTo>
                    <a:cubicBezTo>
                      <a:pt x="0" y="27632"/>
                      <a:pt x="642" y="30820"/>
                      <a:pt x="1915" y="33826"/>
                    </a:cubicBezTo>
                    <a:cubicBezTo>
                      <a:pt x="3138" y="36723"/>
                      <a:pt x="4894" y="39329"/>
                      <a:pt x="7131" y="41562"/>
                    </a:cubicBezTo>
                    <a:cubicBezTo>
                      <a:pt x="9364" y="43794"/>
                      <a:pt x="11965" y="45550"/>
                      <a:pt x="14867" y="46778"/>
                    </a:cubicBezTo>
                    <a:cubicBezTo>
                      <a:pt x="17873" y="48046"/>
                      <a:pt x="21060" y="48692"/>
                      <a:pt x="24344" y="48692"/>
                    </a:cubicBezTo>
                    <a:cubicBezTo>
                      <a:pt x="27627" y="48692"/>
                      <a:pt x="30815" y="48046"/>
                      <a:pt x="33821" y="46778"/>
                    </a:cubicBezTo>
                    <a:cubicBezTo>
                      <a:pt x="36722" y="45550"/>
                      <a:pt x="39324" y="43794"/>
                      <a:pt x="41557" y="41562"/>
                    </a:cubicBezTo>
                    <a:cubicBezTo>
                      <a:pt x="43794" y="39329"/>
                      <a:pt x="45549" y="36723"/>
                      <a:pt x="46773" y="33826"/>
                    </a:cubicBezTo>
                    <a:cubicBezTo>
                      <a:pt x="48046" y="30820"/>
                      <a:pt x="48687" y="27632"/>
                      <a:pt x="48687" y="24349"/>
                    </a:cubicBezTo>
                    <a:cubicBezTo>
                      <a:pt x="48687" y="21061"/>
                      <a:pt x="48046" y="17873"/>
                      <a:pt x="46773" y="14872"/>
                    </a:cubicBezTo>
                    <a:cubicBezTo>
                      <a:pt x="45549" y="11970"/>
                      <a:pt x="43794" y="9369"/>
                      <a:pt x="41557" y="7132"/>
                    </a:cubicBezTo>
                    <a:cubicBezTo>
                      <a:pt x="39324" y="4899"/>
                      <a:pt x="36722" y="3143"/>
                      <a:pt x="33821" y="1920"/>
                    </a:cubicBezTo>
                    <a:cubicBezTo>
                      <a:pt x="30815" y="647"/>
                      <a:pt x="27627" y="1"/>
                      <a:pt x="243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642950" y="2112089"/>
                <a:ext cx="1857974" cy="1857779"/>
              </a:xfrm>
              <a:custGeom>
                <a:rect b="b" l="l" r="r" t="t"/>
                <a:pathLst>
                  <a:path extrusionOk="0" h="38079" w="38083">
                    <a:moveTo>
                      <a:pt x="19042" y="1"/>
                    </a:moveTo>
                    <a:cubicBezTo>
                      <a:pt x="16472" y="1"/>
                      <a:pt x="13976" y="506"/>
                      <a:pt x="11634" y="1497"/>
                    </a:cubicBezTo>
                    <a:cubicBezTo>
                      <a:pt x="9364" y="2457"/>
                      <a:pt x="7327" y="3830"/>
                      <a:pt x="5581" y="5576"/>
                    </a:cubicBezTo>
                    <a:cubicBezTo>
                      <a:pt x="3830" y="7327"/>
                      <a:pt x="2457" y="9364"/>
                      <a:pt x="1497" y="11629"/>
                    </a:cubicBezTo>
                    <a:cubicBezTo>
                      <a:pt x="506" y="13976"/>
                      <a:pt x="1" y="16468"/>
                      <a:pt x="1" y="19042"/>
                    </a:cubicBezTo>
                    <a:cubicBezTo>
                      <a:pt x="1" y="21611"/>
                      <a:pt x="506" y="24103"/>
                      <a:pt x="1497" y="26450"/>
                    </a:cubicBezTo>
                    <a:cubicBezTo>
                      <a:pt x="2457" y="28719"/>
                      <a:pt x="3830" y="30756"/>
                      <a:pt x="5581" y="32503"/>
                    </a:cubicBezTo>
                    <a:cubicBezTo>
                      <a:pt x="7327" y="34254"/>
                      <a:pt x="9364" y="35627"/>
                      <a:pt x="11634" y="36582"/>
                    </a:cubicBezTo>
                    <a:cubicBezTo>
                      <a:pt x="13976" y="37578"/>
                      <a:pt x="16472" y="38078"/>
                      <a:pt x="19042" y="38078"/>
                    </a:cubicBezTo>
                    <a:cubicBezTo>
                      <a:pt x="21611" y="38078"/>
                      <a:pt x="24108" y="37578"/>
                      <a:pt x="26454" y="36582"/>
                    </a:cubicBezTo>
                    <a:cubicBezTo>
                      <a:pt x="28719" y="35627"/>
                      <a:pt x="30756" y="34254"/>
                      <a:pt x="32503" y="32503"/>
                    </a:cubicBezTo>
                    <a:cubicBezTo>
                      <a:pt x="34254" y="30756"/>
                      <a:pt x="35627" y="28719"/>
                      <a:pt x="36587" y="26450"/>
                    </a:cubicBezTo>
                    <a:cubicBezTo>
                      <a:pt x="37578" y="24103"/>
                      <a:pt x="38083" y="21611"/>
                      <a:pt x="38083" y="19042"/>
                    </a:cubicBezTo>
                    <a:cubicBezTo>
                      <a:pt x="38083" y="16468"/>
                      <a:pt x="37578" y="13976"/>
                      <a:pt x="36587" y="11629"/>
                    </a:cubicBezTo>
                    <a:cubicBezTo>
                      <a:pt x="35627" y="9364"/>
                      <a:pt x="34254" y="7327"/>
                      <a:pt x="32503" y="5576"/>
                    </a:cubicBezTo>
                    <a:cubicBezTo>
                      <a:pt x="30756" y="3830"/>
                      <a:pt x="28719" y="2457"/>
                      <a:pt x="26454" y="1497"/>
                    </a:cubicBezTo>
                    <a:cubicBezTo>
                      <a:pt x="24108" y="506"/>
                      <a:pt x="21611" y="1"/>
                      <a:pt x="190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2"/>
            <p:cNvGrpSpPr/>
            <p:nvPr/>
          </p:nvGrpSpPr>
          <p:grpSpPr>
            <a:xfrm>
              <a:off x="3823948" y="1338918"/>
              <a:ext cx="1521912" cy="3150287"/>
              <a:chOff x="3823948" y="1580105"/>
              <a:chExt cx="1521912" cy="3150287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4824445" y="3876071"/>
                <a:ext cx="287180" cy="854321"/>
              </a:xfrm>
              <a:custGeom>
                <a:rect b="b" l="l" r="r" t="t"/>
                <a:pathLst>
                  <a:path extrusionOk="0" h="19524" w="6563">
                    <a:moveTo>
                      <a:pt x="1075" y="0"/>
                    </a:moveTo>
                    <a:cubicBezTo>
                      <a:pt x="844" y="0"/>
                      <a:pt x="613" y="83"/>
                      <a:pt x="428" y="250"/>
                    </a:cubicBezTo>
                    <a:cubicBezTo>
                      <a:pt x="33" y="610"/>
                      <a:pt x="1" y="1219"/>
                      <a:pt x="360" y="1615"/>
                    </a:cubicBezTo>
                    <a:cubicBezTo>
                      <a:pt x="383" y="1642"/>
                      <a:pt x="1833" y="3293"/>
                      <a:pt x="2852" y="6149"/>
                    </a:cubicBezTo>
                    <a:cubicBezTo>
                      <a:pt x="4216" y="9973"/>
                      <a:pt x="4198" y="14043"/>
                      <a:pt x="2807" y="18250"/>
                    </a:cubicBezTo>
                    <a:cubicBezTo>
                      <a:pt x="2638" y="18759"/>
                      <a:pt x="2916" y="19305"/>
                      <a:pt x="3421" y="19473"/>
                    </a:cubicBezTo>
                    <a:cubicBezTo>
                      <a:pt x="3525" y="19505"/>
                      <a:pt x="3625" y="19523"/>
                      <a:pt x="3725" y="19523"/>
                    </a:cubicBezTo>
                    <a:cubicBezTo>
                      <a:pt x="4130" y="19523"/>
                      <a:pt x="4507" y="19264"/>
                      <a:pt x="4644" y="18859"/>
                    </a:cubicBezTo>
                    <a:cubicBezTo>
                      <a:pt x="6563" y="13052"/>
                      <a:pt x="5703" y="8341"/>
                      <a:pt x="4639" y="5407"/>
                    </a:cubicBezTo>
                    <a:cubicBezTo>
                      <a:pt x="3484" y="2210"/>
                      <a:pt x="1861" y="396"/>
                      <a:pt x="1792" y="319"/>
                    </a:cubicBezTo>
                    <a:cubicBezTo>
                      <a:pt x="1601" y="108"/>
                      <a:pt x="1338" y="0"/>
                      <a:pt x="1075" y="0"/>
                    </a:cubicBez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4940050" y="4167973"/>
                <a:ext cx="160459" cy="562415"/>
              </a:xfrm>
              <a:custGeom>
                <a:rect b="b" l="l" r="r" t="t"/>
                <a:pathLst>
                  <a:path extrusionOk="0" h="12853" w="3667">
                    <a:moveTo>
                      <a:pt x="2407" y="1"/>
                    </a:moveTo>
                    <a:lnTo>
                      <a:pt x="597" y="701"/>
                    </a:lnTo>
                    <a:cubicBezTo>
                      <a:pt x="1552" y="4166"/>
                      <a:pt x="1411" y="7818"/>
                      <a:pt x="165" y="11579"/>
                    </a:cubicBezTo>
                    <a:cubicBezTo>
                      <a:pt x="1" y="12088"/>
                      <a:pt x="274" y="12634"/>
                      <a:pt x="779" y="12802"/>
                    </a:cubicBezTo>
                    <a:cubicBezTo>
                      <a:pt x="883" y="12834"/>
                      <a:pt x="983" y="12852"/>
                      <a:pt x="1083" y="12852"/>
                    </a:cubicBezTo>
                    <a:cubicBezTo>
                      <a:pt x="1488" y="12852"/>
                      <a:pt x="1870" y="12593"/>
                      <a:pt x="2002" y="12188"/>
                    </a:cubicBezTo>
                    <a:cubicBezTo>
                      <a:pt x="3666" y="7154"/>
                      <a:pt x="3239" y="2943"/>
                      <a:pt x="24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4927536" y="4140056"/>
                <a:ext cx="157439" cy="95391"/>
              </a:xfrm>
              <a:custGeom>
                <a:rect b="b" l="l" r="r" t="t"/>
                <a:pathLst>
                  <a:path extrusionOk="0" h="2180" w="3598">
                    <a:moveTo>
                      <a:pt x="2840" y="1"/>
                    </a:moveTo>
                    <a:cubicBezTo>
                      <a:pt x="2781" y="1"/>
                      <a:pt x="2720" y="10"/>
                      <a:pt x="2661" y="29"/>
                    </a:cubicBezTo>
                    <a:lnTo>
                      <a:pt x="478" y="725"/>
                    </a:lnTo>
                    <a:cubicBezTo>
                      <a:pt x="169" y="821"/>
                      <a:pt x="0" y="1153"/>
                      <a:pt x="96" y="1462"/>
                    </a:cubicBezTo>
                    <a:lnTo>
                      <a:pt x="196" y="1771"/>
                    </a:lnTo>
                    <a:cubicBezTo>
                      <a:pt x="277" y="2022"/>
                      <a:pt x="511" y="2180"/>
                      <a:pt x="758" y="2180"/>
                    </a:cubicBezTo>
                    <a:cubicBezTo>
                      <a:pt x="816" y="2180"/>
                      <a:pt x="875" y="2171"/>
                      <a:pt x="933" y="2153"/>
                    </a:cubicBezTo>
                    <a:lnTo>
                      <a:pt x="3116" y="1453"/>
                    </a:lnTo>
                    <a:cubicBezTo>
                      <a:pt x="3425" y="1357"/>
                      <a:pt x="3598" y="1025"/>
                      <a:pt x="3498" y="716"/>
                    </a:cubicBezTo>
                    <a:lnTo>
                      <a:pt x="3397" y="407"/>
                    </a:lnTo>
                    <a:cubicBezTo>
                      <a:pt x="3320" y="161"/>
                      <a:pt x="3089" y="1"/>
                      <a:pt x="28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4056733" y="3876071"/>
                <a:ext cx="287224" cy="854321"/>
              </a:xfrm>
              <a:custGeom>
                <a:rect b="b" l="l" r="r" t="t"/>
                <a:pathLst>
                  <a:path extrusionOk="0" h="19524" w="6564">
                    <a:moveTo>
                      <a:pt x="5489" y="0"/>
                    </a:moveTo>
                    <a:cubicBezTo>
                      <a:pt x="5226" y="0"/>
                      <a:pt x="4963" y="108"/>
                      <a:pt x="4771" y="319"/>
                    </a:cubicBezTo>
                    <a:cubicBezTo>
                      <a:pt x="4703" y="396"/>
                      <a:pt x="3084" y="2210"/>
                      <a:pt x="1925" y="5407"/>
                    </a:cubicBezTo>
                    <a:cubicBezTo>
                      <a:pt x="865" y="8341"/>
                      <a:pt x="1" y="13052"/>
                      <a:pt x="1920" y="18859"/>
                    </a:cubicBezTo>
                    <a:cubicBezTo>
                      <a:pt x="2057" y="19264"/>
                      <a:pt x="2434" y="19523"/>
                      <a:pt x="2839" y="19523"/>
                    </a:cubicBezTo>
                    <a:cubicBezTo>
                      <a:pt x="2939" y="19523"/>
                      <a:pt x="3043" y="19505"/>
                      <a:pt x="3143" y="19473"/>
                    </a:cubicBezTo>
                    <a:cubicBezTo>
                      <a:pt x="3648" y="19305"/>
                      <a:pt x="3926" y="18759"/>
                      <a:pt x="3757" y="18250"/>
                    </a:cubicBezTo>
                    <a:cubicBezTo>
                      <a:pt x="2366" y="14043"/>
                      <a:pt x="2352" y="9973"/>
                      <a:pt x="3712" y="6149"/>
                    </a:cubicBezTo>
                    <a:cubicBezTo>
                      <a:pt x="4731" y="3293"/>
                      <a:pt x="6181" y="1642"/>
                      <a:pt x="6209" y="1615"/>
                    </a:cubicBezTo>
                    <a:cubicBezTo>
                      <a:pt x="6563" y="1219"/>
                      <a:pt x="6531" y="610"/>
                      <a:pt x="6136" y="250"/>
                    </a:cubicBezTo>
                    <a:cubicBezTo>
                      <a:pt x="5951" y="83"/>
                      <a:pt x="5720" y="0"/>
                      <a:pt x="5489" y="0"/>
                    </a:cubicBez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4067891" y="4167973"/>
                <a:ext cx="160634" cy="562415"/>
              </a:xfrm>
              <a:custGeom>
                <a:rect b="b" l="l" r="r" t="t"/>
                <a:pathLst>
                  <a:path extrusionOk="0" h="12853" w="3671">
                    <a:moveTo>
                      <a:pt x="1260" y="1"/>
                    </a:moveTo>
                    <a:lnTo>
                      <a:pt x="1260" y="1"/>
                    </a:lnTo>
                    <a:cubicBezTo>
                      <a:pt x="428" y="2943"/>
                      <a:pt x="1" y="7154"/>
                      <a:pt x="1665" y="12188"/>
                    </a:cubicBezTo>
                    <a:cubicBezTo>
                      <a:pt x="1802" y="12593"/>
                      <a:pt x="2179" y="12852"/>
                      <a:pt x="2584" y="12852"/>
                    </a:cubicBezTo>
                    <a:cubicBezTo>
                      <a:pt x="2684" y="12852"/>
                      <a:pt x="2788" y="12834"/>
                      <a:pt x="2888" y="12802"/>
                    </a:cubicBezTo>
                    <a:cubicBezTo>
                      <a:pt x="3393" y="12634"/>
                      <a:pt x="3671" y="12088"/>
                      <a:pt x="3502" y="11579"/>
                    </a:cubicBezTo>
                    <a:cubicBezTo>
                      <a:pt x="2261" y="7818"/>
                      <a:pt x="2115" y="4166"/>
                      <a:pt x="3070" y="701"/>
                    </a:cubicBezTo>
                    <a:lnTo>
                      <a:pt x="12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4083600" y="4140056"/>
                <a:ext cx="157483" cy="95391"/>
              </a:xfrm>
              <a:custGeom>
                <a:rect b="b" l="l" r="r" t="t"/>
                <a:pathLst>
                  <a:path extrusionOk="0" h="2180" w="3599">
                    <a:moveTo>
                      <a:pt x="758" y="1"/>
                    </a:moveTo>
                    <a:cubicBezTo>
                      <a:pt x="509" y="1"/>
                      <a:pt x="277" y="161"/>
                      <a:pt x="196" y="407"/>
                    </a:cubicBezTo>
                    <a:lnTo>
                      <a:pt x="101" y="716"/>
                    </a:lnTo>
                    <a:cubicBezTo>
                      <a:pt x="1" y="1025"/>
                      <a:pt x="174" y="1357"/>
                      <a:pt x="478" y="1453"/>
                    </a:cubicBezTo>
                    <a:lnTo>
                      <a:pt x="2661" y="2153"/>
                    </a:lnTo>
                    <a:cubicBezTo>
                      <a:pt x="2720" y="2171"/>
                      <a:pt x="2779" y="2180"/>
                      <a:pt x="2838" y="2180"/>
                    </a:cubicBezTo>
                    <a:cubicBezTo>
                      <a:pt x="3088" y="2180"/>
                      <a:pt x="3321" y="2022"/>
                      <a:pt x="3398" y="1771"/>
                    </a:cubicBezTo>
                    <a:lnTo>
                      <a:pt x="3498" y="1462"/>
                    </a:lnTo>
                    <a:cubicBezTo>
                      <a:pt x="3598" y="1153"/>
                      <a:pt x="3425" y="821"/>
                      <a:pt x="3116" y="725"/>
                    </a:cubicBezTo>
                    <a:lnTo>
                      <a:pt x="938" y="29"/>
                    </a:lnTo>
                    <a:cubicBezTo>
                      <a:pt x="878" y="10"/>
                      <a:pt x="818" y="1"/>
                      <a:pt x="75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4074280" y="3486460"/>
                <a:ext cx="1021256" cy="579743"/>
              </a:xfrm>
              <a:custGeom>
                <a:rect b="b" l="l" r="r" t="t"/>
                <a:pathLst>
                  <a:path extrusionOk="0" h="13249" w="23339">
                    <a:moveTo>
                      <a:pt x="7586" y="0"/>
                    </a:moveTo>
                    <a:cubicBezTo>
                      <a:pt x="7586" y="0"/>
                      <a:pt x="3047" y="3725"/>
                      <a:pt x="0" y="10587"/>
                    </a:cubicBezTo>
                    <a:cubicBezTo>
                      <a:pt x="1" y="10587"/>
                      <a:pt x="1" y="10586"/>
                      <a:pt x="2" y="10586"/>
                    </a:cubicBezTo>
                    <a:cubicBezTo>
                      <a:pt x="123" y="10586"/>
                      <a:pt x="4373" y="13198"/>
                      <a:pt x="8932" y="13247"/>
                    </a:cubicBezTo>
                    <a:cubicBezTo>
                      <a:pt x="8932" y="13248"/>
                      <a:pt x="8933" y="13248"/>
                      <a:pt x="8934" y="13248"/>
                    </a:cubicBezTo>
                    <a:cubicBezTo>
                      <a:pt x="9021" y="13248"/>
                      <a:pt x="10256" y="11220"/>
                      <a:pt x="11119" y="7545"/>
                    </a:cubicBezTo>
                    <a:lnTo>
                      <a:pt x="12220" y="7545"/>
                    </a:lnTo>
                    <a:cubicBezTo>
                      <a:pt x="13078" y="11220"/>
                      <a:pt x="14318" y="13248"/>
                      <a:pt x="14400" y="13248"/>
                    </a:cubicBezTo>
                    <a:cubicBezTo>
                      <a:pt x="14401" y="13248"/>
                      <a:pt x="14402" y="13248"/>
                      <a:pt x="14403" y="13247"/>
                    </a:cubicBezTo>
                    <a:cubicBezTo>
                      <a:pt x="18966" y="13198"/>
                      <a:pt x="23216" y="10586"/>
                      <a:pt x="23336" y="10586"/>
                    </a:cubicBezTo>
                    <a:cubicBezTo>
                      <a:pt x="23337" y="10586"/>
                      <a:pt x="23338" y="10587"/>
                      <a:pt x="23339" y="10587"/>
                    </a:cubicBezTo>
                    <a:cubicBezTo>
                      <a:pt x="20292" y="3725"/>
                      <a:pt x="15753" y="0"/>
                      <a:pt x="157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4027898" y="3918428"/>
                <a:ext cx="482601" cy="196296"/>
              </a:xfrm>
              <a:custGeom>
                <a:rect b="b" l="l" r="r" t="t"/>
                <a:pathLst>
                  <a:path extrusionOk="0" h="4486" w="11029">
                    <a:moveTo>
                      <a:pt x="922" y="1"/>
                    </a:moveTo>
                    <a:cubicBezTo>
                      <a:pt x="668" y="1"/>
                      <a:pt x="422" y="115"/>
                      <a:pt x="269" y="333"/>
                    </a:cubicBezTo>
                    <a:cubicBezTo>
                      <a:pt x="260" y="347"/>
                      <a:pt x="251" y="360"/>
                      <a:pt x="242" y="374"/>
                    </a:cubicBezTo>
                    <a:cubicBezTo>
                      <a:pt x="1" y="724"/>
                      <a:pt x="119" y="1229"/>
                      <a:pt x="524" y="1479"/>
                    </a:cubicBezTo>
                    <a:cubicBezTo>
                      <a:pt x="3429" y="3293"/>
                      <a:pt x="6749" y="4326"/>
                      <a:pt x="10169" y="4485"/>
                    </a:cubicBezTo>
                    <a:cubicBezTo>
                      <a:pt x="10184" y="4486"/>
                      <a:pt x="10199" y="4486"/>
                      <a:pt x="10213" y="4486"/>
                    </a:cubicBezTo>
                    <a:cubicBezTo>
                      <a:pt x="10666" y="4486"/>
                      <a:pt x="11029" y="4149"/>
                      <a:pt x="11029" y="3735"/>
                    </a:cubicBezTo>
                    <a:cubicBezTo>
                      <a:pt x="11029" y="3721"/>
                      <a:pt x="11029" y="3703"/>
                      <a:pt x="11029" y="3685"/>
                    </a:cubicBezTo>
                    <a:cubicBezTo>
                      <a:pt x="11029" y="3262"/>
                      <a:pt x="10674" y="2911"/>
                      <a:pt x="10242" y="2893"/>
                    </a:cubicBezTo>
                    <a:cubicBezTo>
                      <a:pt x="7095" y="2748"/>
                      <a:pt x="4039" y="1793"/>
                      <a:pt x="1369" y="128"/>
                    </a:cubicBezTo>
                    <a:cubicBezTo>
                      <a:pt x="1231" y="43"/>
                      <a:pt x="1075" y="1"/>
                      <a:pt x="9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659088" y="3918428"/>
                <a:ext cx="482820" cy="196296"/>
              </a:xfrm>
              <a:custGeom>
                <a:rect b="b" l="l" r="r" t="t"/>
                <a:pathLst>
                  <a:path extrusionOk="0" h="4486" w="11034">
                    <a:moveTo>
                      <a:pt x="10110" y="1"/>
                    </a:moveTo>
                    <a:cubicBezTo>
                      <a:pt x="9957" y="1"/>
                      <a:pt x="9802" y="43"/>
                      <a:pt x="9664" y="128"/>
                    </a:cubicBezTo>
                    <a:cubicBezTo>
                      <a:pt x="6990" y="1793"/>
                      <a:pt x="3934" y="2748"/>
                      <a:pt x="792" y="2893"/>
                    </a:cubicBezTo>
                    <a:cubicBezTo>
                      <a:pt x="360" y="2911"/>
                      <a:pt x="5" y="3262"/>
                      <a:pt x="5" y="3685"/>
                    </a:cubicBezTo>
                    <a:cubicBezTo>
                      <a:pt x="5" y="3703"/>
                      <a:pt x="5" y="3721"/>
                      <a:pt x="5" y="3735"/>
                    </a:cubicBezTo>
                    <a:cubicBezTo>
                      <a:pt x="1" y="4149"/>
                      <a:pt x="368" y="4486"/>
                      <a:pt x="821" y="4486"/>
                    </a:cubicBezTo>
                    <a:cubicBezTo>
                      <a:pt x="835" y="4486"/>
                      <a:pt x="850" y="4486"/>
                      <a:pt x="865" y="4485"/>
                    </a:cubicBezTo>
                    <a:cubicBezTo>
                      <a:pt x="4285" y="4326"/>
                      <a:pt x="7604" y="3293"/>
                      <a:pt x="10510" y="1479"/>
                    </a:cubicBezTo>
                    <a:cubicBezTo>
                      <a:pt x="10910" y="1229"/>
                      <a:pt x="11033" y="724"/>
                      <a:pt x="10792" y="374"/>
                    </a:cubicBezTo>
                    <a:lnTo>
                      <a:pt x="10765" y="333"/>
                    </a:lnTo>
                    <a:cubicBezTo>
                      <a:pt x="10612" y="115"/>
                      <a:pt x="10364" y="1"/>
                      <a:pt x="101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4185291" y="3519497"/>
                <a:ext cx="234453" cy="256113"/>
              </a:xfrm>
              <a:custGeom>
                <a:rect b="b" l="l" r="r" t="t"/>
                <a:pathLst>
                  <a:path extrusionOk="0" h="5853" w="5358">
                    <a:moveTo>
                      <a:pt x="4221" y="0"/>
                    </a:moveTo>
                    <a:cubicBezTo>
                      <a:pt x="3275" y="919"/>
                      <a:pt x="1647" y="2669"/>
                      <a:pt x="1" y="5180"/>
                    </a:cubicBezTo>
                    <a:cubicBezTo>
                      <a:pt x="565" y="5603"/>
                      <a:pt x="1260" y="5853"/>
                      <a:pt x="2015" y="5853"/>
                    </a:cubicBezTo>
                    <a:cubicBezTo>
                      <a:pt x="3862" y="5853"/>
                      <a:pt x="5358" y="4357"/>
                      <a:pt x="5358" y="2510"/>
                    </a:cubicBezTo>
                    <a:cubicBezTo>
                      <a:pt x="5358" y="1510"/>
                      <a:pt x="4917" y="614"/>
                      <a:pt x="42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4749840" y="3519497"/>
                <a:ext cx="234453" cy="256113"/>
              </a:xfrm>
              <a:custGeom>
                <a:rect b="b" l="l" r="r" t="t"/>
                <a:pathLst>
                  <a:path extrusionOk="0" h="5853" w="5358">
                    <a:moveTo>
                      <a:pt x="1142" y="0"/>
                    </a:moveTo>
                    <a:cubicBezTo>
                      <a:pt x="441" y="614"/>
                      <a:pt x="0" y="1510"/>
                      <a:pt x="0" y="2510"/>
                    </a:cubicBezTo>
                    <a:cubicBezTo>
                      <a:pt x="0" y="4357"/>
                      <a:pt x="1497" y="5853"/>
                      <a:pt x="3343" y="5853"/>
                    </a:cubicBezTo>
                    <a:cubicBezTo>
                      <a:pt x="4102" y="5853"/>
                      <a:pt x="4798" y="5603"/>
                      <a:pt x="5357" y="5180"/>
                    </a:cubicBezTo>
                    <a:cubicBezTo>
                      <a:pt x="3716" y="2669"/>
                      <a:pt x="2083" y="919"/>
                      <a:pt x="11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4531537" y="2716558"/>
                <a:ext cx="106506" cy="122827"/>
              </a:xfrm>
              <a:custGeom>
                <a:rect b="b" l="l" r="r" t="t"/>
                <a:pathLst>
                  <a:path extrusionOk="0" h="2807" w="2434">
                    <a:moveTo>
                      <a:pt x="1" y="0"/>
                    </a:moveTo>
                    <a:lnTo>
                      <a:pt x="1" y="2806"/>
                    </a:lnTo>
                    <a:lnTo>
                      <a:pt x="2434" y="2806"/>
                    </a:lnTo>
                    <a:lnTo>
                      <a:pt x="2434" y="0"/>
                    </a:ln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823948" y="2826607"/>
                <a:ext cx="557033" cy="634615"/>
              </a:xfrm>
              <a:custGeom>
                <a:rect b="b" l="l" r="r" t="t"/>
                <a:pathLst>
                  <a:path extrusionOk="0" h="14503" w="12730">
                    <a:moveTo>
                      <a:pt x="12638" y="0"/>
                    </a:moveTo>
                    <a:cubicBezTo>
                      <a:pt x="5553" y="0"/>
                      <a:pt x="0" y="3184"/>
                      <a:pt x="0" y="7254"/>
                    </a:cubicBezTo>
                    <a:cubicBezTo>
                      <a:pt x="0" y="11319"/>
                      <a:pt x="5553" y="14503"/>
                      <a:pt x="12638" y="14503"/>
                    </a:cubicBezTo>
                    <a:lnTo>
                      <a:pt x="12729" y="14503"/>
                    </a:lnTo>
                    <a:lnTo>
                      <a:pt x="12729" y="12570"/>
                    </a:lnTo>
                    <a:lnTo>
                      <a:pt x="12638" y="12570"/>
                    </a:lnTo>
                    <a:cubicBezTo>
                      <a:pt x="6835" y="12570"/>
                      <a:pt x="1933" y="10132"/>
                      <a:pt x="1933" y="7254"/>
                    </a:cubicBezTo>
                    <a:cubicBezTo>
                      <a:pt x="1933" y="4370"/>
                      <a:pt x="6835" y="1933"/>
                      <a:pt x="12638" y="1933"/>
                    </a:cubicBezTo>
                    <a:lnTo>
                      <a:pt x="12729" y="1933"/>
                    </a:lnTo>
                    <a:lnTo>
                      <a:pt x="12729" y="0"/>
                    </a:ln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4788652" y="2826607"/>
                <a:ext cx="557208" cy="634615"/>
              </a:xfrm>
              <a:custGeom>
                <a:rect b="b" l="l" r="r" t="t"/>
                <a:pathLst>
                  <a:path extrusionOk="0" h="14503" w="12734">
                    <a:moveTo>
                      <a:pt x="0" y="0"/>
                    </a:moveTo>
                    <a:lnTo>
                      <a:pt x="0" y="1933"/>
                    </a:lnTo>
                    <a:lnTo>
                      <a:pt x="91" y="1933"/>
                    </a:lnTo>
                    <a:cubicBezTo>
                      <a:pt x="5898" y="1933"/>
                      <a:pt x="10801" y="4370"/>
                      <a:pt x="10801" y="7254"/>
                    </a:cubicBezTo>
                    <a:cubicBezTo>
                      <a:pt x="10801" y="10132"/>
                      <a:pt x="5898" y="12570"/>
                      <a:pt x="91" y="12570"/>
                    </a:cubicBezTo>
                    <a:lnTo>
                      <a:pt x="0" y="12570"/>
                    </a:lnTo>
                    <a:lnTo>
                      <a:pt x="0" y="14503"/>
                    </a:lnTo>
                    <a:lnTo>
                      <a:pt x="91" y="14503"/>
                    </a:lnTo>
                    <a:cubicBezTo>
                      <a:pt x="7181" y="14503"/>
                      <a:pt x="12734" y="11319"/>
                      <a:pt x="12734" y="7254"/>
                    </a:cubicBezTo>
                    <a:cubicBezTo>
                      <a:pt x="12734" y="3184"/>
                      <a:pt x="7181" y="0"/>
                      <a:pt x="91" y="0"/>
                    </a:cubicBez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4349072" y="2826607"/>
                <a:ext cx="471662" cy="353254"/>
              </a:xfrm>
              <a:custGeom>
                <a:rect b="b" l="l" r="r" t="t"/>
                <a:pathLst>
                  <a:path extrusionOk="0" h="8073" w="10779">
                    <a:moveTo>
                      <a:pt x="0" y="0"/>
                    </a:moveTo>
                    <a:lnTo>
                      <a:pt x="0" y="8072"/>
                    </a:lnTo>
                    <a:lnTo>
                      <a:pt x="10778" y="8072"/>
                    </a:lnTo>
                    <a:lnTo>
                      <a:pt x="10778" y="0"/>
                    </a:ln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4306497" y="2777949"/>
                <a:ext cx="556814" cy="526053"/>
              </a:xfrm>
              <a:custGeom>
                <a:rect b="b" l="l" r="r" t="t"/>
                <a:pathLst>
                  <a:path extrusionOk="0" h="12022" w="12725">
                    <a:moveTo>
                      <a:pt x="3545" y="0"/>
                    </a:moveTo>
                    <a:cubicBezTo>
                      <a:pt x="3526" y="0"/>
                      <a:pt x="3507" y="3"/>
                      <a:pt x="3488" y="7"/>
                    </a:cubicBezTo>
                    <a:lnTo>
                      <a:pt x="219" y="876"/>
                    </a:lnTo>
                    <a:cubicBezTo>
                      <a:pt x="82" y="912"/>
                      <a:pt x="0" y="1067"/>
                      <a:pt x="32" y="1221"/>
                    </a:cubicBezTo>
                    <a:cubicBezTo>
                      <a:pt x="41" y="1276"/>
                      <a:pt x="1069" y="6469"/>
                      <a:pt x="823" y="11717"/>
                    </a:cubicBezTo>
                    <a:cubicBezTo>
                      <a:pt x="814" y="11854"/>
                      <a:pt x="896" y="11976"/>
                      <a:pt x="1010" y="12013"/>
                    </a:cubicBezTo>
                    <a:cubicBezTo>
                      <a:pt x="1033" y="12017"/>
                      <a:pt x="1055" y="12022"/>
                      <a:pt x="1074" y="12022"/>
                    </a:cubicBezTo>
                    <a:cubicBezTo>
                      <a:pt x="1096" y="12022"/>
                      <a:pt x="1119" y="12017"/>
                      <a:pt x="1142" y="12013"/>
                    </a:cubicBezTo>
                    <a:cubicBezTo>
                      <a:pt x="1205" y="12004"/>
                      <a:pt x="1460" y="11995"/>
                      <a:pt x="2456" y="11995"/>
                    </a:cubicBezTo>
                    <a:cubicBezTo>
                      <a:pt x="4007" y="11995"/>
                      <a:pt x="6335" y="12022"/>
                      <a:pt x="6362" y="12022"/>
                    </a:cubicBezTo>
                    <a:cubicBezTo>
                      <a:pt x="6390" y="12022"/>
                      <a:pt x="8718" y="11995"/>
                      <a:pt x="10264" y="11995"/>
                    </a:cubicBezTo>
                    <a:cubicBezTo>
                      <a:pt x="11260" y="11995"/>
                      <a:pt x="11515" y="12004"/>
                      <a:pt x="11583" y="12013"/>
                    </a:cubicBezTo>
                    <a:cubicBezTo>
                      <a:pt x="11606" y="12018"/>
                      <a:pt x="11629" y="12021"/>
                      <a:pt x="11654" y="12021"/>
                    </a:cubicBezTo>
                    <a:cubicBezTo>
                      <a:pt x="11674" y="12021"/>
                      <a:pt x="11694" y="12019"/>
                      <a:pt x="11715" y="12013"/>
                    </a:cubicBezTo>
                    <a:cubicBezTo>
                      <a:pt x="11829" y="11976"/>
                      <a:pt x="11906" y="11854"/>
                      <a:pt x="11901" y="11717"/>
                    </a:cubicBezTo>
                    <a:cubicBezTo>
                      <a:pt x="11651" y="6469"/>
                      <a:pt x="12684" y="1276"/>
                      <a:pt x="12693" y="1221"/>
                    </a:cubicBezTo>
                    <a:cubicBezTo>
                      <a:pt x="12725" y="1067"/>
                      <a:pt x="12638" y="912"/>
                      <a:pt x="12502" y="876"/>
                    </a:cubicBezTo>
                    <a:lnTo>
                      <a:pt x="9232" y="7"/>
                    </a:lnTo>
                    <a:cubicBezTo>
                      <a:pt x="9214" y="3"/>
                      <a:pt x="9196" y="0"/>
                      <a:pt x="9178" y="0"/>
                    </a:cubicBezTo>
                    <a:cubicBezTo>
                      <a:pt x="9122" y="0"/>
                      <a:pt x="9066" y="22"/>
                      <a:pt x="9018" y="66"/>
                    </a:cubicBezTo>
                    <a:cubicBezTo>
                      <a:pt x="8959" y="121"/>
                      <a:pt x="8923" y="203"/>
                      <a:pt x="8923" y="289"/>
                    </a:cubicBezTo>
                    <a:cubicBezTo>
                      <a:pt x="8923" y="2990"/>
                      <a:pt x="6462" y="3063"/>
                      <a:pt x="6362" y="3063"/>
                    </a:cubicBezTo>
                    <a:cubicBezTo>
                      <a:pt x="6258" y="3063"/>
                      <a:pt x="3798" y="2990"/>
                      <a:pt x="3798" y="289"/>
                    </a:cubicBezTo>
                    <a:cubicBezTo>
                      <a:pt x="3798" y="203"/>
                      <a:pt x="3766" y="121"/>
                      <a:pt x="3702" y="66"/>
                    </a:cubicBezTo>
                    <a:cubicBezTo>
                      <a:pt x="3657" y="22"/>
                      <a:pt x="3603" y="0"/>
                      <a:pt x="35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4306497" y="2805910"/>
                <a:ext cx="92941" cy="498092"/>
              </a:xfrm>
              <a:custGeom>
                <a:rect b="b" l="l" r="r" t="t"/>
                <a:pathLst>
                  <a:path extrusionOk="0" h="11383" w="2124">
                    <a:moveTo>
                      <a:pt x="1110" y="0"/>
                    </a:moveTo>
                    <a:lnTo>
                      <a:pt x="219" y="237"/>
                    </a:lnTo>
                    <a:cubicBezTo>
                      <a:pt x="82" y="273"/>
                      <a:pt x="0" y="428"/>
                      <a:pt x="32" y="582"/>
                    </a:cubicBezTo>
                    <a:cubicBezTo>
                      <a:pt x="41" y="637"/>
                      <a:pt x="1069" y="5830"/>
                      <a:pt x="823" y="11078"/>
                    </a:cubicBezTo>
                    <a:cubicBezTo>
                      <a:pt x="814" y="11215"/>
                      <a:pt x="896" y="11337"/>
                      <a:pt x="1010" y="11374"/>
                    </a:cubicBezTo>
                    <a:cubicBezTo>
                      <a:pt x="1033" y="11378"/>
                      <a:pt x="1055" y="11383"/>
                      <a:pt x="1074" y="11383"/>
                    </a:cubicBezTo>
                    <a:cubicBezTo>
                      <a:pt x="1096" y="11383"/>
                      <a:pt x="1119" y="11378"/>
                      <a:pt x="1142" y="11374"/>
                    </a:cubicBezTo>
                    <a:cubicBezTo>
                      <a:pt x="1205" y="11365"/>
                      <a:pt x="1869" y="10828"/>
                      <a:pt x="1878" y="10692"/>
                    </a:cubicBezTo>
                    <a:cubicBezTo>
                      <a:pt x="2124" y="5444"/>
                      <a:pt x="1096" y="250"/>
                      <a:pt x="1087" y="196"/>
                    </a:cubicBezTo>
                    <a:cubicBezTo>
                      <a:pt x="1074" y="128"/>
                      <a:pt x="1083" y="59"/>
                      <a:pt x="1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4770143" y="2805910"/>
                <a:ext cx="93160" cy="498092"/>
              </a:xfrm>
              <a:custGeom>
                <a:rect b="b" l="l" r="r" t="t"/>
                <a:pathLst>
                  <a:path extrusionOk="0" h="11383" w="2129">
                    <a:moveTo>
                      <a:pt x="1019" y="0"/>
                    </a:moveTo>
                    <a:lnTo>
                      <a:pt x="1019" y="0"/>
                    </a:lnTo>
                    <a:cubicBezTo>
                      <a:pt x="1046" y="59"/>
                      <a:pt x="1055" y="128"/>
                      <a:pt x="1042" y="196"/>
                    </a:cubicBezTo>
                    <a:cubicBezTo>
                      <a:pt x="1033" y="250"/>
                      <a:pt x="0" y="5444"/>
                      <a:pt x="250" y="10692"/>
                    </a:cubicBezTo>
                    <a:cubicBezTo>
                      <a:pt x="255" y="10828"/>
                      <a:pt x="919" y="11365"/>
                      <a:pt x="987" y="11374"/>
                    </a:cubicBezTo>
                    <a:cubicBezTo>
                      <a:pt x="1005" y="11378"/>
                      <a:pt x="1028" y="11383"/>
                      <a:pt x="1051" y="11383"/>
                    </a:cubicBezTo>
                    <a:cubicBezTo>
                      <a:pt x="1073" y="11383"/>
                      <a:pt x="1096" y="11378"/>
                      <a:pt x="1119" y="11374"/>
                    </a:cubicBezTo>
                    <a:cubicBezTo>
                      <a:pt x="1233" y="11337"/>
                      <a:pt x="1310" y="11215"/>
                      <a:pt x="1305" y="11078"/>
                    </a:cubicBezTo>
                    <a:cubicBezTo>
                      <a:pt x="1055" y="5830"/>
                      <a:pt x="2088" y="637"/>
                      <a:pt x="2097" y="582"/>
                    </a:cubicBezTo>
                    <a:cubicBezTo>
                      <a:pt x="2129" y="428"/>
                      <a:pt x="2042" y="273"/>
                      <a:pt x="1906" y="237"/>
                    </a:cubicBezTo>
                    <a:lnTo>
                      <a:pt x="10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3988517" y="1989057"/>
                <a:ext cx="467243" cy="540711"/>
              </a:xfrm>
              <a:custGeom>
                <a:rect b="b" l="l" r="r" t="t"/>
                <a:pathLst>
                  <a:path extrusionOk="0" h="12357" w="10678">
                    <a:moveTo>
                      <a:pt x="2779" y="0"/>
                    </a:moveTo>
                    <a:cubicBezTo>
                      <a:pt x="1246" y="0"/>
                      <a:pt x="0" y="1246"/>
                      <a:pt x="0" y="2779"/>
                    </a:cubicBezTo>
                    <a:cubicBezTo>
                      <a:pt x="0" y="3734"/>
                      <a:pt x="482" y="4575"/>
                      <a:pt x="1219" y="5075"/>
                    </a:cubicBezTo>
                    <a:cubicBezTo>
                      <a:pt x="1151" y="5330"/>
                      <a:pt x="1114" y="5598"/>
                      <a:pt x="1114" y="5871"/>
                    </a:cubicBezTo>
                    <a:cubicBezTo>
                      <a:pt x="1114" y="7336"/>
                      <a:pt x="2128" y="8559"/>
                      <a:pt x="3488" y="8882"/>
                    </a:cubicBezTo>
                    <a:cubicBezTo>
                      <a:pt x="3488" y="8891"/>
                      <a:pt x="3488" y="8900"/>
                      <a:pt x="3488" y="8909"/>
                    </a:cubicBezTo>
                    <a:cubicBezTo>
                      <a:pt x="3488" y="10815"/>
                      <a:pt x="5030" y="12356"/>
                      <a:pt x="6931" y="12356"/>
                    </a:cubicBezTo>
                    <a:cubicBezTo>
                      <a:pt x="8836" y="12356"/>
                      <a:pt x="10378" y="10815"/>
                      <a:pt x="10378" y="8909"/>
                    </a:cubicBezTo>
                    <a:cubicBezTo>
                      <a:pt x="10378" y="8218"/>
                      <a:pt x="10169" y="7568"/>
                      <a:pt x="9814" y="7026"/>
                    </a:cubicBezTo>
                    <a:cubicBezTo>
                      <a:pt x="10351" y="6449"/>
                      <a:pt x="10678" y="5680"/>
                      <a:pt x="10678" y="4830"/>
                    </a:cubicBezTo>
                    <a:cubicBezTo>
                      <a:pt x="10678" y="3043"/>
                      <a:pt x="9227" y="1597"/>
                      <a:pt x="7440" y="1597"/>
                    </a:cubicBezTo>
                    <a:cubicBezTo>
                      <a:pt x="6717" y="1597"/>
                      <a:pt x="6048" y="1833"/>
                      <a:pt x="5507" y="2238"/>
                    </a:cubicBezTo>
                    <a:cubicBezTo>
                      <a:pt x="5253" y="960"/>
                      <a:pt x="4129" y="0"/>
                      <a:pt x="2779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714003" y="1989057"/>
                <a:ext cx="467111" cy="540711"/>
              </a:xfrm>
              <a:custGeom>
                <a:rect b="b" l="l" r="r" t="t"/>
                <a:pathLst>
                  <a:path extrusionOk="0" h="12357" w="10675">
                    <a:moveTo>
                      <a:pt x="7895" y="0"/>
                    </a:moveTo>
                    <a:cubicBezTo>
                      <a:pt x="6545" y="0"/>
                      <a:pt x="5422" y="960"/>
                      <a:pt x="5171" y="2238"/>
                    </a:cubicBezTo>
                    <a:cubicBezTo>
                      <a:pt x="4630" y="1833"/>
                      <a:pt x="3962" y="1597"/>
                      <a:pt x="3234" y="1597"/>
                    </a:cubicBezTo>
                    <a:cubicBezTo>
                      <a:pt x="1447" y="1597"/>
                      <a:pt x="1" y="3043"/>
                      <a:pt x="1" y="4830"/>
                    </a:cubicBezTo>
                    <a:cubicBezTo>
                      <a:pt x="1" y="5680"/>
                      <a:pt x="328" y="6449"/>
                      <a:pt x="860" y="7026"/>
                    </a:cubicBezTo>
                    <a:cubicBezTo>
                      <a:pt x="506" y="7568"/>
                      <a:pt x="301" y="8218"/>
                      <a:pt x="301" y="8909"/>
                    </a:cubicBezTo>
                    <a:cubicBezTo>
                      <a:pt x="301" y="10815"/>
                      <a:pt x="1843" y="12356"/>
                      <a:pt x="3743" y="12356"/>
                    </a:cubicBezTo>
                    <a:cubicBezTo>
                      <a:pt x="5644" y="12356"/>
                      <a:pt x="7186" y="10815"/>
                      <a:pt x="7186" y="8909"/>
                    </a:cubicBezTo>
                    <a:cubicBezTo>
                      <a:pt x="7186" y="8900"/>
                      <a:pt x="7186" y="8891"/>
                      <a:pt x="7186" y="8882"/>
                    </a:cubicBezTo>
                    <a:cubicBezTo>
                      <a:pt x="8550" y="8559"/>
                      <a:pt x="9564" y="7336"/>
                      <a:pt x="9564" y="5871"/>
                    </a:cubicBezTo>
                    <a:cubicBezTo>
                      <a:pt x="9564" y="5598"/>
                      <a:pt x="9528" y="5330"/>
                      <a:pt x="9460" y="5075"/>
                    </a:cubicBezTo>
                    <a:cubicBezTo>
                      <a:pt x="10192" y="4575"/>
                      <a:pt x="10674" y="3734"/>
                      <a:pt x="10674" y="2779"/>
                    </a:cubicBezTo>
                    <a:cubicBezTo>
                      <a:pt x="10674" y="1246"/>
                      <a:pt x="9433" y="0"/>
                      <a:pt x="7895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4031092" y="1989057"/>
                <a:ext cx="424667" cy="281623"/>
              </a:xfrm>
              <a:custGeom>
                <a:rect b="b" l="l" r="r" t="t"/>
                <a:pathLst>
                  <a:path extrusionOk="0" h="6436" w="9705">
                    <a:moveTo>
                      <a:pt x="1806" y="0"/>
                    </a:moveTo>
                    <a:cubicBezTo>
                      <a:pt x="1119" y="0"/>
                      <a:pt x="487" y="250"/>
                      <a:pt x="0" y="669"/>
                    </a:cubicBezTo>
                    <a:cubicBezTo>
                      <a:pt x="264" y="2101"/>
                      <a:pt x="1365" y="3243"/>
                      <a:pt x="2770" y="3566"/>
                    </a:cubicBezTo>
                    <a:cubicBezTo>
                      <a:pt x="2947" y="4775"/>
                      <a:pt x="3989" y="5703"/>
                      <a:pt x="5244" y="5703"/>
                    </a:cubicBezTo>
                    <a:cubicBezTo>
                      <a:pt x="5321" y="5703"/>
                      <a:pt x="5398" y="5698"/>
                      <a:pt x="5476" y="5694"/>
                    </a:cubicBezTo>
                    <a:cubicBezTo>
                      <a:pt x="5999" y="6167"/>
                      <a:pt x="6681" y="6435"/>
                      <a:pt x="7399" y="6435"/>
                    </a:cubicBezTo>
                    <a:lnTo>
                      <a:pt x="9278" y="6435"/>
                    </a:lnTo>
                    <a:cubicBezTo>
                      <a:pt x="9550" y="5962"/>
                      <a:pt x="9705" y="5412"/>
                      <a:pt x="9705" y="4830"/>
                    </a:cubicBezTo>
                    <a:cubicBezTo>
                      <a:pt x="9705" y="3043"/>
                      <a:pt x="8254" y="1597"/>
                      <a:pt x="6467" y="1597"/>
                    </a:cubicBezTo>
                    <a:cubicBezTo>
                      <a:pt x="5744" y="1597"/>
                      <a:pt x="5075" y="1833"/>
                      <a:pt x="4534" y="2238"/>
                    </a:cubicBezTo>
                    <a:cubicBezTo>
                      <a:pt x="4280" y="960"/>
                      <a:pt x="3156" y="0"/>
                      <a:pt x="1806" y="0"/>
                    </a:cubicBezTo>
                    <a:close/>
                  </a:path>
                </a:pathLst>
              </a:custGeom>
              <a:solidFill>
                <a:srgbClr val="38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4714003" y="1989057"/>
                <a:ext cx="424492" cy="281623"/>
              </a:xfrm>
              <a:custGeom>
                <a:rect b="b" l="l" r="r" t="t"/>
                <a:pathLst>
                  <a:path extrusionOk="0" h="6436" w="9701">
                    <a:moveTo>
                      <a:pt x="7895" y="0"/>
                    </a:moveTo>
                    <a:cubicBezTo>
                      <a:pt x="6545" y="0"/>
                      <a:pt x="5422" y="960"/>
                      <a:pt x="5171" y="2238"/>
                    </a:cubicBezTo>
                    <a:cubicBezTo>
                      <a:pt x="4630" y="1833"/>
                      <a:pt x="3962" y="1597"/>
                      <a:pt x="3234" y="1597"/>
                    </a:cubicBezTo>
                    <a:cubicBezTo>
                      <a:pt x="1447" y="1597"/>
                      <a:pt x="1" y="3043"/>
                      <a:pt x="1" y="4830"/>
                    </a:cubicBezTo>
                    <a:cubicBezTo>
                      <a:pt x="1" y="5412"/>
                      <a:pt x="155" y="5962"/>
                      <a:pt x="428" y="6435"/>
                    </a:cubicBezTo>
                    <a:lnTo>
                      <a:pt x="2306" y="6435"/>
                    </a:lnTo>
                    <a:cubicBezTo>
                      <a:pt x="3025" y="6435"/>
                      <a:pt x="3707" y="6167"/>
                      <a:pt x="4226" y="5694"/>
                    </a:cubicBezTo>
                    <a:cubicBezTo>
                      <a:pt x="4303" y="5698"/>
                      <a:pt x="4385" y="5703"/>
                      <a:pt x="4462" y="5703"/>
                    </a:cubicBezTo>
                    <a:cubicBezTo>
                      <a:pt x="5717" y="5703"/>
                      <a:pt x="6759" y="4775"/>
                      <a:pt x="6931" y="3566"/>
                    </a:cubicBezTo>
                    <a:cubicBezTo>
                      <a:pt x="8341" y="3243"/>
                      <a:pt x="9442" y="2101"/>
                      <a:pt x="9701" y="669"/>
                    </a:cubicBezTo>
                    <a:cubicBezTo>
                      <a:pt x="9219" y="250"/>
                      <a:pt x="8587" y="0"/>
                      <a:pt x="7895" y="0"/>
                    </a:cubicBezTo>
                    <a:close/>
                  </a:path>
                </a:pathLst>
              </a:custGeom>
              <a:solidFill>
                <a:srgbClr val="38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4750846" y="2467013"/>
                <a:ext cx="146894" cy="147113"/>
              </a:xfrm>
              <a:custGeom>
                <a:rect b="b" l="l" r="r" t="t"/>
                <a:pathLst>
                  <a:path extrusionOk="0" h="3362" w="3357">
                    <a:moveTo>
                      <a:pt x="1678" y="1"/>
                    </a:moveTo>
                    <a:cubicBezTo>
                      <a:pt x="750" y="1"/>
                      <a:pt x="0" y="756"/>
                      <a:pt x="0" y="1683"/>
                    </a:cubicBezTo>
                    <a:cubicBezTo>
                      <a:pt x="0" y="2611"/>
                      <a:pt x="750" y="3361"/>
                      <a:pt x="1678" y="3361"/>
                    </a:cubicBezTo>
                    <a:cubicBezTo>
                      <a:pt x="2606" y="3361"/>
                      <a:pt x="3356" y="2611"/>
                      <a:pt x="3356" y="1683"/>
                    </a:cubicBezTo>
                    <a:cubicBezTo>
                      <a:pt x="3356" y="756"/>
                      <a:pt x="2606" y="1"/>
                      <a:pt x="1678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4784670" y="2500837"/>
                <a:ext cx="79245" cy="79464"/>
              </a:xfrm>
              <a:custGeom>
                <a:rect b="b" l="l" r="r" t="t"/>
                <a:pathLst>
                  <a:path extrusionOk="0" h="1816" w="1811">
                    <a:moveTo>
                      <a:pt x="905" y="1"/>
                    </a:moveTo>
                    <a:cubicBezTo>
                      <a:pt x="405" y="1"/>
                      <a:pt x="0" y="410"/>
                      <a:pt x="0" y="910"/>
                    </a:cubicBezTo>
                    <a:cubicBezTo>
                      <a:pt x="0" y="1406"/>
                      <a:pt x="405" y="1815"/>
                      <a:pt x="905" y="1815"/>
                    </a:cubicBezTo>
                    <a:cubicBezTo>
                      <a:pt x="1405" y="1815"/>
                      <a:pt x="1810" y="1406"/>
                      <a:pt x="1810" y="910"/>
                    </a:cubicBezTo>
                    <a:cubicBezTo>
                      <a:pt x="1810" y="410"/>
                      <a:pt x="1405" y="1"/>
                      <a:pt x="905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4271841" y="2467013"/>
                <a:ext cx="147113" cy="147113"/>
              </a:xfrm>
              <a:custGeom>
                <a:rect b="b" l="l" r="r" t="t"/>
                <a:pathLst>
                  <a:path extrusionOk="0" h="3362" w="3362">
                    <a:moveTo>
                      <a:pt x="1679" y="1"/>
                    </a:moveTo>
                    <a:cubicBezTo>
                      <a:pt x="756" y="1"/>
                      <a:pt x="1" y="756"/>
                      <a:pt x="1" y="1683"/>
                    </a:cubicBezTo>
                    <a:cubicBezTo>
                      <a:pt x="1" y="2611"/>
                      <a:pt x="756" y="3361"/>
                      <a:pt x="1679" y="3361"/>
                    </a:cubicBezTo>
                    <a:cubicBezTo>
                      <a:pt x="2611" y="3361"/>
                      <a:pt x="3362" y="2611"/>
                      <a:pt x="3362" y="1683"/>
                    </a:cubicBezTo>
                    <a:cubicBezTo>
                      <a:pt x="3362" y="756"/>
                      <a:pt x="2611" y="1"/>
                      <a:pt x="1679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4305709" y="2500837"/>
                <a:ext cx="79420" cy="79464"/>
              </a:xfrm>
              <a:custGeom>
                <a:rect b="b" l="l" r="r" t="t"/>
                <a:pathLst>
                  <a:path extrusionOk="0" h="1816" w="1815">
                    <a:moveTo>
                      <a:pt x="905" y="1"/>
                    </a:moveTo>
                    <a:cubicBezTo>
                      <a:pt x="409" y="1"/>
                      <a:pt x="0" y="410"/>
                      <a:pt x="0" y="910"/>
                    </a:cubicBezTo>
                    <a:cubicBezTo>
                      <a:pt x="0" y="1406"/>
                      <a:pt x="409" y="1815"/>
                      <a:pt x="905" y="1815"/>
                    </a:cubicBezTo>
                    <a:cubicBezTo>
                      <a:pt x="1405" y="1815"/>
                      <a:pt x="1815" y="1406"/>
                      <a:pt x="1815" y="910"/>
                    </a:cubicBezTo>
                    <a:cubicBezTo>
                      <a:pt x="1815" y="410"/>
                      <a:pt x="1405" y="1"/>
                      <a:pt x="905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4352660" y="2015530"/>
                <a:ext cx="462692" cy="736089"/>
              </a:xfrm>
              <a:custGeom>
                <a:rect b="b" l="l" r="r" t="t"/>
                <a:pathLst>
                  <a:path extrusionOk="0" h="16822" w="10574">
                    <a:moveTo>
                      <a:pt x="5157" y="0"/>
                    </a:moveTo>
                    <a:cubicBezTo>
                      <a:pt x="2320" y="0"/>
                      <a:pt x="0" y="2319"/>
                      <a:pt x="0" y="5153"/>
                    </a:cubicBezTo>
                    <a:lnTo>
                      <a:pt x="0" y="11665"/>
                    </a:lnTo>
                    <a:cubicBezTo>
                      <a:pt x="0" y="14502"/>
                      <a:pt x="2320" y="16822"/>
                      <a:pt x="5157" y="16822"/>
                    </a:cubicBezTo>
                    <a:lnTo>
                      <a:pt x="5417" y="16822"/>
                    </a:lnTo>
                    <a:cubicBezTo>
                      <a:pt x="8254" y="16822"/>
                      <a:pt x="10574" y="14502"/>
                      <a:pt x="10574" y="11665"/>
                    </a:cubicBezTo>
                    <a:lnTo>
                      <a:pt x="10574" y="5153"/>
                    </a:lnTo>
                    <a:cubicBezTo>
                      <a:pt x="10574" y="2319"/>
                      <a:pt x="8254" y="0"/>
                      <a:pt x="5417" y="0"/>
                    </a:cubicBezTo>
                    <a:close/>
                  </a:path>
                </a:pathLst>
              </a:custGeom>
              <a:solidFill>
                <a:srgbClr val="A86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4070867" y="1580105"/>
                <a:ext cx="1028039" cy="648180"/>
              </a:xfrm>
              <a:custGeom>
                <a:rect b="b" l="l" r="r" t="t"/>
                <a:pathLst>
                  <a:path extrusionOk="0" h="14813" w="23494">
                    <a:moveTo>
                      <a:pt x="11747" y="1"/>
                    </a:moveTo>
                    <a:cubicBezTo>
                      <a:pt x="10501" y="1"/>
                      <a:pt x="9487" y="988"/>
                      <a:pt x="9446" y="2225"/>
                    </a:cubicBezTo>
                    <a:cubicBezTo>
                      <a:pt x="8982" y="1784"/>
                      <a:pt x="8359" y="1515"/>
                      <a:pt x="7668" y="1515"/>
                    </a:cubicBezTo>
                    <a:cubicBezTo>
                      <a:pt x="6368" y="1515"/>
                      <a:pt x="5290" y="2479"/>
                      <a:pt x="5117" y="3735"/>
                    </a:cubicBezTo>
                    <a:cubicBezTo>
                      <a:pt x="4835" y="3594"/>
                      <a:pt x="4521" y="3512"/>
                      <a:pt x="4189" y="3512"/>
                    </a:cubicBezTo>
                    <a:cubicBezTo>
                      <a:pt x="3048" y="3512"/>
                      <a:pt x="2125" y="4435"/>
                      <a:pt x="2125" y="5576"/>
                    </a:cubicBezTo>
                    <a:cubicBezTo>
                      <a:pt x="2125" y="5981"/>
                      <a:pt x="2247" y="6363"/>
                      <a:pt x="2452" y="6681"/>
                    </a:cubicBezTo>
                    <a:cubicBezTo>
                      <a:pt x="1079" y="6800"/>
                      <a:pt x="1" y="7950"/>
                      <a:pt x="1" y="9355"/>
                    </a:cubicBezTo>
                    <a:cubicBezTo>
                      <a:pt x="1" y="10838"/>
                      <a:pt x="1201" y="12038"/>
                      <a:pt x="2684" y="12038"/>
                    </a:cubicBezTo>
                    <a:cubicBezTo>
                      <a:pt x="2757" y="12038"/>
                      <a:pt x="2825" y="12038"/>
                      <a:pt x="2898" y="12029"/>
                    </a:cubicBezTo>
                    <a:lnTo>
                      <a:pt x="2898" y="12029"/>
                    </a:lnTo>
                    <a:cubicBezTo>
                      <a:pt x="2839" y="12193"/>
                      <a:pt x="2802" y="12370"/>
                      <a:pt x="2802" y="12552"/>
                    </a:cubicBezTo>
                    <a:cubicBezTo>
                      <a:pt x="2802" y="13398"/>
                      <a:pt x="3489" y="14085"/>
                      <a:pt x="4335" y="14085"/>
                    </a:cubicBezTo>
                    <a:cubicBezTo>
                      <a:pt x="4539" y="14085"/>
                      <a:pt x="4735" y="14044"/>
                      <a:pt x="4912" y="13967"/>
                    </a:cubicBezTo>
                    <a:cubicBezTo>
                      <a:pt x="5253" y="14476"/>
                      <a:pt x="5831" y="14813"/>
                      <a:pt x="6490" y="14813"/>
                    </a:cubicBezTo>
                    <a:lnTo>
                      <a:pt x="17004" y="14813"/>
                    </a:lnTo>
                    <a:cubicBezTo>
                      <a:pt x="17659" y="14813"/>
                      <a:pt x="18241" y="14476"/>
                      <a:pt x="18578" y="13967"/>
                    </a:cubicBezTo>
                    <a:cubicBezTo>
                      <a:pt x="18760" y="14044"/>
                      <a:pt x="18955" y="14085"/>
                      <a:pt x="19160" y="14085"/>
                    </a:cubicBezTo>
                    <a:cubicBezTo>
                      <a:pt x="20006" y="14085"/>
                      <a:pt x="20688" y="13398"/>
                      <a:pt x="20688" y="12552"/>
                    </a:cubicBezTo>
                    <a:cubicBezTo>
                      <a:pt x="20688" y="12370"/>
                      <a:pt x="20656" y="12193"/>
                      <a:pt x="20597" y="12029"/>
                    </a:cubicBezTo>
                    <a:lnTo>
                      <a:pt x="20597" y="12029"/>
                    </a:lnTo>
                    <a:cubicBezTo>
                      <a:pt x="20665" y="12038"/>
                      <a:pt x="20738" y="12038"/>
                      <a:pt x="20811" y="12038"/>
                    </a:cubicBezTo>
                    <a:cubicBezTo>
                      <a:pt x="22293" y="12038"/>
                      <a:pt x="23494" y="10838"/>
                      <a:pt x="23494" y="9355"/>
                    </a:cubicBezTo>
                    <a:cubicBezTo>
                      <a:pt x="23494" y="7950"/>
                      <a:pt x="22416" y="6800"/>
                      <a:pt x="21043" y="6681"/>
                    </a:cubicBezTo>
                    <a:cubicBezTo>
                      <a:pt x="21247" y="6363"/>
                      <a:pt x="21366" y="5981"/>
                      <a:pt x="21366" y="5576"/>
                    </a:cubicBezTo>
                    <a:cubicBezTo>
                      <a:pt x="21366" y="4435"/>
                      <a:pt x="20442" y="3512"/>
                      <a:pt x="19306" y="3512"/>
                    </a:cubicBezTo>
                    <a:cubicBezTo>
                      <a:pt x="18969" y="3512"/>
                      <a:pt x="18655" y="3594"/>
                      <a:pt x="18378" y="3735"/>
                    </a:cubicBezTo>
                    <a:cubicBezTo>
                      <a:pt x="18200" y="2479"/>
                      <a:pt x="17127" y="1515"/>
                      <a:pt x="15822" y="1515"/>
                    </a:cubicBezTo>
                    <a:cubicBezTo>
                      <a:pt x="15135" y="1515"/>
                      <a:pt x="14512" y="1784"/>
                      <a:pt x="14048" y="2225"/>
                    </a:cubicBezTo>
                    <a:cubicBezTo>
                      <a:pt x="14008" y="988"/>
                      <a:pt x="12993" y="1"/>
                      <a:pt x="11747" y="1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352660" y="2201978"/>
                <a:ext cx="464267" cy="143918"/>
              </a:xfrm>
              <a:custGeom>
                <a:rect b="b" l="l" r="r" t="t"/>
                <a:pathLst>
                  <a:path extrusionOk="0" h="3289" w="10610">
                    <a:moveTo>
                      <a:pt x="0" y="0"/>
                    </a:moveTo>
                    <a:lnTo>
                      <a:pt x="0" y="3288"/>
                    </a:lnTo>
                    <a:lnTo>
                      <a:pt x="10610" y="3288"/>
                    </a:lnTo>
                    <a:lnTo>
                      <a:pt x="106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352660" y="2313383"/>
                <a:ext cx="464267" cy="32512"/>
              </a:xfrm>
              <a:custGeom>
                <a:rect b="b" l="l" r="r" t="t"/>
                <a:pathLst>
                  <a:path extrusionOk="0" h="743" w="10610">
                    <a:moveTo>
                      <a:pt x="0" y="1"/>
                    </a:moveTo>
                    <a:lnTo>
                      <a:pt x="0" y="742"/>
                    </a:lnTo>
                    <a:lnTo>
                      <a:pt x="10610" y="742"/>
                    </a:lnTo>
                    <a:lnTo>
                      <a:pt x="106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4352660" y="2201978"/>
                <a:ext cx="464267" cy="32468"/>
              </a:xfrm>
              <a:custGeom>
                <a:rect b="b" l="l" r="r" t="t"/>
                <a:pathLst>
                  <a:path extrusionOk="0" h="742" w="10610">
                    <a:moveTo>
                      <a:pt x="0" y="0"/>
                    </a:moveTo>
                    <a:lnTo>
                      <a:pt x="0" y="742"/>
                    </a:lnTo>
                    <a:lnTo>
                      <a:pt x="10610" y="742"/>
                    </a:lnTo>
                    <a:lnTo>
                      <a:pt x="1061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4271841" y="3036333"/>
                <a:ext cx="626082" cy="626082"/>
              </a:xfrm>
              <a:custGeom>
                <a:rect b="b" l="l" r="r" t="t"/>
                <a:pathLst>
                  <a:path extrusionOk="0" h="14308" w="14308">
                    <a:moveTo>
                      <a:pt x="7154" y="0"/>
                    </a:moveTo>
                    <a:cubicBezTo>
                      <a:pt x="3203" y="0"/>
                      <a:pt x="1" y="3202"/>
                      <a:pt x="1" y="7154"/>
                    </a:cubicBezTo>
                    <a:cubicBezTo>
                      <a:pt x="1" y="11106"/>
                      <a:pt x="3203" y="14307"/>
                      <a:pt x="7154" y="14307"/>
                    </a:cubicBezTo>
                    <a:cubicBezTo>
                      <a:pt x="11106" y="14307"/>
                      <a:pt x="14308" y="11106"/>
                      <a:pt x="14308" y="7154"/>
                    </a:cubicBezTo>
                    <a:cubicBezTo>
                      <a:pt x="14308" y="3202"/>
                      <a:pt x="11106" y="0"/>
                      <a:pt x="71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4342902" y="3119909"/>
                <a:ext cx="484002" cy="134773"/>
              </a:xfrm>
              <a:custGeom>
                <a:rect b="b" l="l" r="r" t="t"/>
                <a:pathLst>
                  <a:path extrusionOk="0" h="3080" w="11061">
                    <a:moveTo>
                      <a:pt x="664" y="0"/>
                    </a:moveTo>
                    <a:cubicBezTo>
                      <a:pt x="428" y="219"/>
                      <a:pt x="205" y="455"/>
                      <a:pt x="0" y="705"/>
                    </a:cubicBezTo>
                    <a:cubicBezTo>
                      <a:pt x="1392" y="2165"/>
                      <a:pt x="3357" y="3079"/>
                      <a:pt x="5530" y="3079"/>
                    </a:cubicBezTo>
                    <a:cubicBezTo>
                      <a:pt x="7704" y="3079"/>
                      <a:pt x="9669" y="2165"/>
                      <a:pt x="11060" y="705"/>
                    </a:cubicBezTo>
                    <a:cubicBezTo>
                      <a:pt x="10856" y="455"/>
                      <a:pt x="10633" y="219"/>
                      <a:pt x="10396" y="0"/>
                    </a:cubicBezTo>
                    <a:cubicBezTo>
                      <a:pt x="9178" y="1301"/>
                      <a:pt x="7445" y="2115"/>
                      <a:pt x="5530" y="2115"/>
                    </a:cubicBezTo>
                    <a:cubicBezTo>
                      <a:pt x="3611" y="2115"/>
                      <a:pt x="1883" y="1301"/>
                      <a:pt x="664" y="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4342902" y="3443841"/>
                <a:ext cx="484002" cy="134992"/>
              </a:xfrm>
              <a:custGeom>
                <a:rect b="b" l="l" r="r" t="t"/>
                <a:pathLst>
                  <a:path extrusionOk="0" h="3085" w="11061">
                    <a:moveTo>
                      <a:pt x="5530" y="1"/>
                    </a:moveTo>
                    <a:cubicBezTo>
                      <a:pt x="3357" y="1"/>
                      <a:pt x="1392" y="915"/>
                      <a:pt x="0" y="2379"/>
                    </a:cubicBezTo>
                    <a:cubicBezTo>
                      <a:pt x="205" y="2629"/>
                      <a:pt x="428" y="2861"/>
                      <a:pt x="664" y="3084"/>
                    </a:cubicBezTo>
                    <a:cubicBezTo>
                      <a:pt x="1883" y="1784"/>
                      <a:pt x="3611" y="970"/>
                      <a:pt x="5530" y="970"/>
                    </a:cubicBezTo>
                    <a:cubicBezTo>
                      <a:pt x="7445" y="970"/>
                      <a:pt x="9178" y="1784"/>
                      <a:pt x="10396" y="3084"/>
                    </a:cubicBezTo>
                    <a:cubicBezTo>
                      <a:pt x="10633" y="2861"/>
                      <a:pt x="10856" y="2629"/>
                      <a:pt x="11060" y="2379"/>
                    </a:cubicBezTo>
                    <a:cubicBezTo>
                      <a:pt x="9669" y="915"/>
                      <a:pt x="7704" y="1"/>
                      <a:pt x="5530" y="1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4563786" y="3036333"/>
                <a:ext cx="42226" cy="626082"/>
              </a:xfrm>
              <a:custGeom>
                <a:rect b="b" l="l" r="r" t="t"/>
                <a:pathLst>
                  <a:path extrusionOk="0" h="14308" w="965">
                    <a:moveTo>
                      <a:pt x="482" y="0"/>
                    </a:moveTo>
                    <a:cubicBezTo>
                      <a:pt x="319" y="0"/>
                      <a:pt x="160" y="5"/>
                      <a:pt x="0" y="19"/>
                    </a:cubicBezTo>
                    <a:lnTo>
                      <a:pt x="0" y="14289"/>
                    </a:lnTo>
                    <a:cubicBezTo>
                      <a:pt x="160" y="14298"/>
                      <a:pt x="319" y="14307"/>
                      <a:pt x="482" y="14307"/>
                    </a:cubicBezTo>
                    <a:cubicBezTo>
                      <a:pt x="646" y="14307"/>
                      <a:pt x="805" y="14298"/>
                      <a:pt x="964" y="14289"/>
                    </a:cubicBezTo>
                    <a:lnTo>
                      <a:pt x="964" y="19"/>
                    </a:lnTo>
                    <a:cubicBezTo>
                      <a:pt x="805" y="5"/>
                      <a:pt x="646" y="0"/>
                      <a:pt x="482" y="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4271841" y="3328235"/>
                <a:ext cx="626082" cy="42226"/>
              </a:xfrm>
              <a:custGeom>
                <a:rect b="b" l="l" r="r" t="t"/>
                <a:pathLst>
                  <a:path extrusionOk="0" h="965" w="14308">
                    <a:moveTo>
                      <a:pt x="19" y="1"/>
                    </a:moveTo>
                    <a:cubicBezTo>
                      <a:pt x="6" y="160"/>
                      <a:pt x="1" y="319"/>
                      <a:pt x="1" y="483"/>
                    </a:cubicBezTo>
                    <a:cubicBezTo>
                      <a:pt x="1" y="647"/>
                      <a:pt x="6" y="806"/>
                      <a:pt x="19" y="965"/>
                    </a:cubicBezTo>
                    <a:lnTo>
                      <a:pt x="14290" y="965"/>
                    </a:lnTo>
                    <a:cubicBezTo>
                      <a:pt x="14299" y="806"/>
                      <a:pt x="14308" y="647"/>
                      <a:pt x="14308" y="483"/>
                    </a:cubicBezTo>
                    <a:cubicBezTo>
                      <a:pt x="14308" y="319"/>
                      <a:pt x="14299" y="160"/>
                      <a:pt x="14290" y="1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4819282" y="3265357"/>
                <a:ext cx="134948" cy="62354"/>
              </a:xfrm>
              <a:custGeom>
                <a:rect b="b" l="l" r="r" t="t"/>
                <a:pathLst>
                  <a:path extrusionOk="0" h="1425" w="3084">
                    <a:moveTo>
                      <a:pt x="710" y="1"/>
                    </a:moveTo>
                    <a:cubicBezTo>
                      <a:pt x="319" y="1"/>
                      <a:pt x="0" y="324"/>
                      <a:pt x="0" y="715"/>
                    </a:cubicBezTo>
                    <a:cubicBezTo>
                      <a:pt x="0" y="1106"/>
                      <a:pt x="319" y="1424"/>
                      <a:pt x="710" y="1424"/>
                    </a:cubicBezTo>
                    <a:lnTo>
                      <a:pt x="2374" y="1424"/>
                    </a:lnTo>
                    <a:cubicBezTo>
                      <a:pt x="2765" y="1424"/>
                      <a:pt x="3084" y="1106"/>
                      <a:pt x="3084" y="715"/>
                    </a:cubicBezTo>
                    <a:cubicBezTo>
                      <a:pt x="3084" y="324"/>
                      <a:pt x="2765" y="1"/>
                      <a:pt x="2374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4819282" y="3357509"/>
                <a:ext cx="157658" cy="62311"/>
              </a:xfrm>
              <a:custGeom>
                <a:rect b="b" l="l" r="r" t="t"/>
                <a:pathLst>
                  <a:path extrusionOk="0" h="1424" w="3603">
                    <a:moveTo>
                      <a:pt x="710" y="0"/>
                    </a:moveTo>
                    <a:cubicBezTo>
                      <a:pt x="319" y="0"/>
                      <a:pt x="0" y="319"/>
                      <a:pt x="0" y="710"/>
                    </a:cubicBezTo>
                    <a:cubicBezTo>
                      <a:pt x="0" y="1101"/>
                      <a:pt x="319" y="1424"/>
                      <a:pt x="710" y="1424"/>
                    </a:cubicBezTo>
                    <a:lnTo>
                      <a:pt x="2888" y="1424"/>
                    </a:lnTo>
                    <a:cubicBezTo>
                      <a:pt x="3279" y="1424"/>
                      <a:pt x="3602" y="1101"/>
                      <a:pt x="3602" y="710"/>
                    </a:cubicBezTo>
                    <a:cubicBezTo>
                      <a:pt x="3602" y="319"/>
                      <a:pt x="3279" y="0"/>
                      <a:pt x="2888" y="0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4819282" y="3419775"/>
                <a:ext cx="134948" cy="62136"/>
              </a:xfrm>
              <a:custGeom>
                <a:rect b="b" l="l" r="r" t="t"/>
                <a:pathLst>
                  <a:path extrusionOk="0" h="1420" w="3084">
                    <a:moveTo>
                      <a:pt x="710" y="1"/>
                    </a:moveTo>
                    <a:cubicBezTo>
                      <a:pt x="319" y="1"/>
                      <a:pt x="0" y="319"/>
                      <a:pt x="0" y="710"/>
                    </a:cubicBezTo>
                    <a:cubicBezTo>
                      <a:pt x="0" y="1101"/>
                      <a:pt x="319" y="1420"/>
                      <a:pt x="710" y="1420"/>
                    </a:cubicBezTo>
                    <a:lnTo>
                      <a:pt x="2374" y="1420"/>
                    </a:lnTo>
                    <a:cubicBezTo>
                      <a:pt x="2765" y="1420"/>
                      <a:pt x="3084" y="1101"/>
                      <a:pt x="3084" y="710"/>
                    </a:cubicBezTo>
                    <a:cubicBezTo>
                      <a:pt x="3084" y="319"/>
                      <a:pt x="2765" y="1"/>
                      <a:pt x="2374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4793203" y="3512102"/>
                <a:ext cx="115476" cy="62354"/>
              </a:xfrm>
              <a:custGeom>
                <a:rect b="b" l="l" r="r" t="t"/>
                <a:pathLst>
                  <a:path extrusionOk="0" h="1425" w="2639">
                    <a:moveTo>
                      <a:pt x="556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865"/>
                    </a:lnTo>
                    <a:cubicBezTo>
                      <a:pt x="1" y="1169"/>
                      <a:pt x="251" y="1424"/>
                      <a:pt x="556" y="1424"/>
                    </a:cubicBezTo>
                    <a:lnTo>
                      <a:pt x="2084" y="1424"/>
                    </a:lnTo>
                    <a:cubicBezTo>
                      <a:pt x="2388" y="1424"/>
                      <a:pt x="2638" y="1169"/>
                      <a:pt x="2638" y="865"/>
                    </a:cubicBezTo>
                    <a:lnTo>
                      <a:pt x="2638" y="560"/>
                    </a:lnTo>
                    <a:cubicBezTo>
                      <a:pt x="2638" y="251"/>
                      <a:pt x="2388" y="1"/>
                      <a:pt x="2079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4215351" y="3265357"/>
                <a:ext cx="135167" cy="62354"/>
              </a:xfrm>
              <a:custGeom>
                <a:rect b="b" l="l" r="r" t="t"/>
                <a:pathLst>
                  <a:path extrusionOk="0" h="1425" w="3089">
                    <a:moveTo>
                      <a:pt x="714" y="1"/>
                    </a:moveTo>
                    <a:cubicBezTo>
                      <a:pt x="323" y="1"/>
                      <a:pt x="0" y="324"/>
                      <a:pt x="0" y="715"/>
                    </a:cubicBezTo>
                    <a:cubicBezTo>
                      <a:pt x="0" y="1106"/>
                      <a:pt x="323" y="1424"/>
                      <a:pt x="714" y="1424"/>
                    </a:cubicBezTo>
                    <a:lnTo>
                      <a:pt x="2379" y="1424"/>
                    </a:lnTo>
                    <a:cubicBezTo>
                      <a:pt x="2770" y="1424"/>
                      <a:pt x="3088" y="1106"/>
                      <a:pt x="3088" y="715"/>
                    </a:cubicBezTo>
                    <a:cubicBezTo>
                      <a:pt x="3088" y="324"/>
                      <a:pt x="2770" y="1"/>
                      <a:pt x="2379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4192860" y="3357509"/>
                <a:ext cx="157658" cy="62311"/>
              </a:xfrm>
              <a:custGeom>
                <a:rect b="b" l="l" r="r" t="t"/>
                <a:pathLst>
                  <a:path extrusionOk="0" h="1424" w="3603">
                    <a:moveTo>
                      <a:pt x="710" y="0"/>
                    </a:moveTo>
                    <a:cubicBezTo>
                      <a:pt x="319" y="0"/>
                      <a:pt x="1" y="319"/>
                      <a:pt x="1" y="710"/>
                    </a:cubicBezTo>
                    <a:cubicBezTo>
                      <a:pt x="1" y="1101"/>
                      <a:pt x="319" y="1424"/>
                      <a:pt x="710" y="1424"/>
                    </a:cubicBezTo>
                    <a:lnTo>
                      <a:pt x="2893" y="1424"/>
                    </a:lnTo>
                    <a:cubicBezTo>
                      <a:pt x="3284" y="1424"/>
                      <a:pt x="3602" y="1101"/>
                      <a:pt x="3602" y="710"/>
                    </a:cubicBezTo>
                    <a:cubicBezTo>
                      <a:pt x="3602" y="319"/>
                      <a:pt x="3284" y="0"/>
                      <a:pt x="2893" y="0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4215351" y="3419775"/>
                <a:ext cx="135167" cy="62136"/>
              </a:xfrm>
              <a:custGeom>
                <a:rect b="b" l="l" r="r" t="t"/>
                <a:pathLst>
                  <a:path extrusionOk="0" h="1420" w="3089">
                    <a:moveTo>
                      <a:pt x="714" y="1"/>
                    </a:moveTo>
                    <a:cubicBezTo>
                      <a:pt x="323" y="1"/>
                      <a:pt x="0" y="319"/>
                      <a:pt x="0" y="710"/>
                    </a:cubicBezTo>
                    <a:cubicBezTo>
                      <a:pt x="0" y="1101"/>
                      <a:pt x="323" y="1420"/>
                      <a:pt x="714" y="1420"/>
                    </a:cubicBezTo>
                    <a:lnTo>
                      <a:pt x="2379" y="1420"/>
                    </a:lnTo>
                    <a:cubicBezTo>
                      <a:pt x="2770" y="1420"/>
                      <a:pt x="3088" y="1101"/>
                      <a:pt x="3088" y="710"/>
                    </a:cubicBezTo>
                    <a:cubicBezTo>
                      <a:pt x="3088" y="319"/>
                      <a:pt x="2770" y="1"/>
                      <a:pt x="2379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4261121" y="3512102"/>
                <a:ext cx="115476" cy="62354"/>
              </a:xfrm>
              <a:custGeom>
                <a:rect b="b" l="l" r="r" t="t"/>
                <a:pathLst>
                  <a:path extrusionOk="0" h="1425" w="2639">
                    <a:moveTo>
                      <a:pt x="555" y="1"/>
                    </a:moveTo>
                    <a:cubicBezTo>
                      <a:pt x="251" y="1"/>
                      <a:pt x="0" y="251"/>
                      <a:pt x="0" y="560"/>
                    </a:cubicBezTo>
                    <a:lnTo>
                      <a:pt x="0" y="865"/>
                    </a:lnTo>
                    <a:cubicBezTo>
                      <a:pt x="0" y="1169"/>
                      <a:pt x="251" y="1424"/>
                      <a:pt x="555" y="1424"/>
                    </a:cubicBezTo>
                    <a:lnTo>
                      <a:pt x="2079" y="1424"/>
                    </a:lnTo>
                    <a:cubicBezTo>
                      <a:pt x="2388" y="1424"/>
                      <a:pt x="2638" y="1169"/>
                      <a:pt x="2638" y="865"/>
                    </a:cubicBezTo>
                    <a:lnTo>
                      <a:pt x="2638" y="560"/>
                    </a:lnTo>
                    <a:cubicBezTo>
                      <a:pt x="2638" y="251"/>
                      <a:pt x="2388" y="1"/>
                      <a:pt x="2079" y="1"/>
                    </a:cubicBezTo>
                    <a:close/>
                  </a:path>
                </a:pathLst>
              </a:custGeom>
              <a:solidFill>
                <a:srgbClr val="915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4215351" y="3265357"/>
                <a:ext cx="71281" cy="62354"/>
              </a:xfrm>
              <a:custGeom>
                <a:rect b="b" l="l" r="r" t="t"/>
                <a:pathLst>
                  <a:path extrusionOk="0" h="1425" w="1629">
                    <a:moveTo>
                      <a:pt x="714" y="1"/>
                    </a:moveTo>
                    <a:cubicBezTo>
                      <a:pt x="323" y="1"/>
                      <a:pt x="0" y="324"/>
                      <a:pt x="0" y="715"/>
                    </a:cubicBezTo>
                    <a:cubicBezTo>
                      <a:pt x="0" y="1106"/>
                      <a:pt x="323" y="1424"/>
                      <a:pt x="714" y="1424"/>
                    </a:cubicBezTo>
                    <a:lnTo>
                      <a:pt x="1629" y="1420"/>
                    </a:lnTo>
                    <a:cubicBezTo>
                      <a:pt x="1237" y="1420"/>
                      <a:pt x="919" y="1101"/>
                      <a:pt x="919" y="710"/>
                    </a:cubicBezTo>
                    <a:cubicBezTo>
                      <a:pt x="919" y="342"/>
                      <a:pt x="1201" y="42"/>
                      <a:pt x="1556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4192860" y="3357509"/>
                <a:ext cx="71281" cy="62311"/>
              </a:xfrm>
              <a:custGeom>
                <a:rect b="b" l="l" r="r" t="t"/>
                <a:pathLst>
                  <a:path extrusionOk="0" h="1424" w="1629">
                    <a:moveTo>
                      <a:pt x="710" y="0"/>
                    </a:moveTo>
                    <a:cubicBezTo>
                      <a:pt x="319" y="0"/>
                      <a:pt x="1" y="319"/>
                      <a:pt x="1" y="710"/>
                    </a:cubicBezTo>
                    <a:cubicBezTo>
                      <a:pt x="1" y="1101"/>
                      <a:pt x="319" y="1424"/>
                      <a:pt x="710" y="1424"/>
                    </a:cubicBezTo>
                    <a:lnTo>
                      <a:pt x="1629" y="1419"/>
                    </a:lnTo>
                    <a:cubicBezTo>
                      <a:pt x="1238" y="1419"/>
                      <a:pt x="919" y="1096"/>
                      <a:pt x="919" y="705"/>
                    </a:cubicBezTo>
                    <a:cubicBezTo>
                      <a:pt x="919" y="341"/>
                      <a:pt x="1201" y="37"/>
                      <a:pt x="1556" y="0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4215351" y="3419775"/>
                <a:ext cx="71281" cy="62136"/>
              </a:xfrm>
              <a:custGeom>
                <a:rect b="b" l="l" r="r" t="t"/>
                <a:pathLst>
                  <a:path extrusionOk="0" h="1420" w="1629">
                    <a:moveTo>
                      <a:pt x="714" y="1"/>
                    </a:moveTo>
                    <a:cubicBezTo>
                      <a:pt x="323" y="1"/>
                      <a:pt x="0" y="319"/>
                      <a:pt x="0" y="710"/>
                    </a:cubicBezTo>
                    <a:cubicBezTo>
                      <a:pt x="0" y="1101"/>
                      <a:pt x="323" y="1420"/>
                      <a:pt x="714" y="1420"/>
                    </a:cubicBezTo>
                    <a:lnTo>
                      <a:pt x="1629" y="1415"/>
                    </a:lnTo>
                    <a:cubicBezTo>
                      <a:pt x="1237" y="1415"/>
                      <a:pt x="919" y="1097"/>
                      <a:pt x="919" y="706"/>
                    </a:cubicBezTo>
                    <a:cubicBezTo>
                      <a:pt x="919" y="342"/>
                      <a:pt x="1201" y="37"/>
                      <a:pt x="1556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4261121" y="3512102"/>
                <a:ext cx="71281" cy="62354"/>
              </a:xfrm>
              <a:custGeom>
                <a:rect b="b" l="l" r="r" t="t"/>
                <a:pathLst>
                  <a:path extrusionOk="0" h="1425" w="1629">
                    <a:moveTo>
                      <a:pt x="710" y="1"/>
                    </a:moveTo>
                    <a:cubicBezTo>
                      <a:pt x="319" y="1"/>
                      <a:pt x="0" y="319"/>
                      <a:pt x="0" y="710"/>
                    </a:cubicBezTo>
                    <a:cubicBezTo>
                      <a:pt x="0" y="1101"/>
                      <a:pt x="319" y="1424"/>
                      <a:pt x="710" y="1424"/>
                    </a:cubicBezTo>
                    <a:lnTo>
                      <a:pt x="1628" y="1420"/>
                    </a:lnTo>
                    <a:cubicBezTo>
                      <a:pt x="1237" y="1420"/>
                      <a:pt x="914" y="1097"/>
                      <a:pt x="914" y="706"/>
                    </a:cubicBezTo>
                    <a:cubicBezTo>
                      <a:pt x="914" y="342"/>
                      <a:pt x="1196" y="37"/>
                      <a:pt x="1556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4882948" y="3265357"/>
                <a:ext cx="71281" cy="62354"/>
              </a:xfrm>
              <a:custGeom>
                <a:rect b="b" l="l" r="r" t="t"/>
                <a:pathLst>
                  <a:path extrusionOk="0" h="1425" w="1629">
                    <a:moveTo>
                      <a:pt x="73" y="1"/>
                    </a:moveTo>
                    <a:cubicBezTo>
                      <a:pt x="433" y="42"/>
                      <a:pt x="710" y="342"/>
                      <a:pt x="710" y="710"/>
                    </a:cubicBezTo>
                    <a:cubicBezTo>
                      <a:pt x="710" y="1101"/>
                      <a:pt x="392" y="1420"/>
                      <a:pt x="1" y="1420"/>
                    </a:cubicBezTo>
                    <a:lnTo>
                      <a:pt x="919" y="1424"/>
                    </a:lnTo>
                    <a:cubicBezTo>
                      <a:pt x="1310" y="1424"/>
                      <a:pt x="1629" y="1106"/>
                      <a:pt x="1629" y="715"/>
                    </a:cubicBezTo>
                    <a:cubicBezTo>
                      <a:pt x="1629" y="324"/>
                      <a:pt x="1310" y="1"/>
                      <a:pt x="919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4905439" y="3357509"/>
                <a:ext cx="71500" cy="62311"/>
              </a:xfrm>
              <a:custGeom>
                <a:rect b="b" l="l" r="r" t="t"/>
                <a:pathLst>
                  <a:path extrusionOk="0" h="1424" w="1634">
                    <a:moveTo>
                      <a:pt x="73" y="0"/>
                    </a:moveTo>
                    <a:cubicBezTo>
                      <a:pt x="433" y="37"/>
                      <a:pt x="715" y="341"/>
                      <a:pt x="715" y="705"/>
                    </a:cubicBezTo>
                    <a:cubicBezTo>
                      <a:pt x="715" y="1096"/>
                      <a:pt x="392" y="1419"/>
                      <a:pt x="1" y="1419"/>
                    </a:cubicBezTo>
                    <a:lnTo>
                      <a:pt x="919" y="1424"/>
                    </a:lnTo>
                    <a:cubicBezTo>
                      <a:pt x="1310" y="1424"/>
                      <a:pt x="1633" y="1101"/>
                      <a:pt x="1633" y="710"/>
                    </a:cubicBezTo>
                    <a:cubicBezTo>
                      <a:pt x="1633" y="319"/>
                      <a:pt x="1310" y="0"/>
                      <a:pt x="919" y="0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4882948" y="3419775"/>
                <a:ext cx="71281" cy="62136"/>
              </a:xfrm>
              <a:custGeom>
                <a:rect b="b" l="l" r="r" t="t"/>
                <a:pathLst>
                  <a:path extrusionOk="0" h="1420" w="1629">
                    <a:moveTo>
                      <a:pt x="73" y="1"/>
                    </a:moveTo>
                    <a:cubicBezTo>
                      <a:pt x="433" y="37"/>
                      <a:pt x="710" y="342"/>
                      <a:pt x="710" y="706"/>
                    </a:cubicBezTo>
                    <a:cubicBezTo>
                      <a:pt x="710" y="1097"/>
                      <a:pt x="392" y="1415"/>
                      <a:pt x="1" y="1415"/>
                    </a:cubicBezTo>
                    <a:lnTo>
                      <a:pt x="919" y="1420"/>
                    </a:lnTo>
                    <a:cubicBezTo>
                      <a:pt x="1310" y="1420"/>
                      <a:pt x="1629" y="1101"/>
                      <a:pt x="1629" y="710"/>
                    </a:cubicBezTo>
                    <a:cubicBezTo>
                      <a:pt x="1629" y="319"/>
                      <a:pt x="1310" y="1"/>
                      <a:pt x="919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4837397" y="3512102"/>
                <a:ext cx="71281" cy="62354"/>
              </a:xfrm>
              <a:custGeom>
                <a:rect b="b" l="l" r="r" t="t"/>
                <a:pathLst>
                  <a:path extrusionOk="0" h="1425" w="1629">
                    <a:moveTo>
                      <a:pt x="73" y="1"/>
                    </a:moveTo>
                    <a:cubicBezTo>
                      <a:pt x="428" y="37"/>
                      <a:pt x="710" y="342"/>
                      <a:pt x="710" y="706"/>
                    </a:cubicBezTo>
                    <a:cubicBezTo>
                      <a:pt x="710" y="1097"/>
                      <a:pt x="391" y="1420"/>
                      <a:pt x="0" y="1420"/>
                    </a:cubicBezTo>
                    <a:lnTo>
                      <a:pt x="919" y="1424"/>
                    </a:lnTo>
                    <a:cubicBezTo>
                      <a:pt x="1310" y="1424"/>
                      <a:pt x="1628" y="1101"/>
                      <a:pt x="1628" y="710"/>
                    </a:cubicBezTo>
                    <a:cubicBezTo>
                      <a:pt x="1628" y="319"/>
                      <a:pt x="1310" y="1"/>
                      <a:pt x="919" y="1"/>
                    </a:cubicBezTo>
                    <a:close/>
                  </a:path>
                </a:pathLst>
              </a:custGeom>
              <a:solidFill>
                <a:srgbClr val="7C4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2" name="Google Shape;152;p2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New Features</a:t>
            </a:r>
            <a:endParaRPr sz="2400"/>
          </a:p>
        </p:txBody>
      </p:sp>
      <p:sp>
        <p:nvSpPr>
          <p:cNvPr id="159" name="Google Shape;159;p3"/>
          <p:cNvSpPr txBox="1"/>
          <p:nvPr/>
        </p:nvSpPr>
        <p:spPr>
          <a:xfrm>
            <a:off x="5116000" y="1106950"/>
            <a:ext cx="2901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Source</a:t>
            </a:r>
            <a:endParaRPr b="1" i="0" sz="1800" u="none" cap="none" strike="noStrik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0" name="Google Shape;160;p3"/>
          <p:cNvGrpSpPr/>
          <p:nvPr/>
        </p:nvGrpSpPr>
        <p:grpSpPr>
          <a:xfrm flipH="1">
            <a:off x="711207" y="1884932"/>
            <a:ext cx="4020690" cy="720000"/>
            <a:chOff x="553062" y="2293594"/>
            <a:chExt cx="4239665" cy="760731"/>
          </a:xfrm>
        </p:grpSpPr>
        <p:sp>
          <p:nvSpPr>
            <p:cNvPr id="161" name="Google Shape;161;p3"/>
            <p:cNvSpPr/>
            <p:nvPr/>
          </p:nvSpPr>
          <p:spPr>
            <a:xfrm>
              <a:off x="553062" y="2294725"/>
              <a:ext cx="3087600" cy="7596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" name="Google Shape;162;p3"/>
            <p:cNvGrpSpPr/>
            <p:nvPr/>
          </p:nvGrpSpPr>
          <p:grpSpPr>
            <a:xfrm>
              <a:off x="683235" y="2293647"/>
              <a:ext cx="2819235" cy="759862"/>
              <a:chOff x="1152500" y="1150780"/>
              <a:chExt cx="2666700" cy="759862"/>
            </a:xfrm>
          </p:grpSpPr>
          <p:sp>
            <p:nvSpPr>
              <p:cNvPr id="163" name="Google Shape;163;p3"/>
              <p:cNvSpPr txBox="1"/>
              <p:nvPr/>
            </p:nvSpPr>
            <p:spPr>
              <a:xfrm flipH="1">
                <a:off x="1152588" y="1150780"/>
                <a:ext cx="19347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W/L % Coach</a:t>
                </a:r>
                <a:endParaRPr b="1" i="0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64" name="Google Shape;164;p3"/>
              <p:cNvSpPr txBox="1"/>
              <p:nvPr/>
            </p:nvSpPr>
            <p:spPr>
              <a:xfrm flipH="1">
                <a:off x="1152500" y="1384442"/>
                <a:ext cx="2666700" cy="52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Reflects a coach historical win-loss record, capturing their impact on team success.</a:t>
                </a:r>
                <a:endParaRPr b="0" i="0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5" name="Google Shape;165;p3"/>
            <p:cNvSpPr/>
            <p:nvPr/>
          </p:nvSpPr>
          <p:spPr>
            <a:xfrm flipH="1">
              <a:off x="4034927" y="2293594"/>
              <a:ext cx="757800" cy="759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24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" name="Google Shape;166;p3"/>
            <p:cNvCxnSpPr>
              <a:stCxn id="165" idx="6"/>
              <a:endCxn id="161" idx="3"/>
            </p:cNvCxnSpPr>
            <p:nvPr/>
          </p:nvCxnSpPr>
          <p:spPr>
            <a:xfrm flipH="1">
              <a:off x="3640727" y="2673544"/>
              <a:ext cx="3942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7" name="Google Shape;167;p3"/>
          <p:cNvGrpSpPr/>
          <p:nvPr/>
        </p:nvGrpSpPr>
        <p:grpSpPr>
          <a:xfrm flipH="1">
            <a:off x="711249" y="2628399"/>
            <a:ext cx="4020648" cy="720000"/>
            <a:chOff x="553062" y="3131636"/>
            <a:chExt cx="4239665" cy="760739"/>
          </a:xfrm>
        </p:grpSpPr>
        <p:sp>
          <p:nvSpPr>
            <p:cNvPr id="168" name="Google Shape;168;p3"/>
            <p:cNvSpPr/>
            <p:nvPr/>
          </p:nvSpPr>
          <p:spPr>
            <a:xfrm>
              <a:off x="553062" y="3132775"/>
              <a:ext cx="3087600" cy="7596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" name="Google Shape;169;p3"/>
            <p:cNvGrpSpPr/>
            <p:nvPr/>
          </p:nvGrpSpPr>
          <p:grpSpPr>
            <a:xfrm>
              <a:off x="683329" y="3131684"/>
              <a:ext cx="2831429" cy="746840"/>
              <a:chOff x="1152588" y="1150780"/>
              <a:chExt cx="2678234" cy="746840"/>
            </a:xfrm>
          </p:grpSpPr>
          <p:sp>
            <p:nvSpPr>
              <p:cNvPr id="170" name="Google Shape;170;p3"/>
              <p:cNvSpPr txBox="1"/>
              <p:nvPr/>
            </p:nvSpPr>
            <p:spPr>
              <a:xfrm flipH="1">
                <a:off x="1152588" y="1150780"/>
                <a:ext cx="2209214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Top Player Influence</a:t>
                </a:r>
                <a:endParaRPr b="1" i="0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71" name="Google Shape;171;p3"/>
              <p:cNvSpPr txBox="1"/>
              <p:nvPr/>
            </p:nvSpPr>
            <p:spPr>
              <a:xfrm flipH="1">
                <a:off x="1167870" y="1371420"/>
                <a:ext cx="2662952" cy="52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Measures how heavily a team relies on its top player.</a:t>
                </a:r>
                <a:endParaRPr b="0" i="0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extrêmement froid</a:t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2" name="Google Shape;172;p3"/>
            <p:cNvSpPr/>
            <p:nvPr/>
          </p:nvSpPr>
          <p:spPr>
            <a:xfrm flipH="1">
              <a:off x="4034927" y="3131636"/>
              <a:ext cx="757800" cy="759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24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" name="Google Shape;173;p3"/>
            <p:cNvCxnSpPr>
              <a:stCxn id="172" idx="6"/>
              <a:endCxn id="168" idx="3"/>
            </p:cNvCxnSpPr>
            <p:nvPr/>
          </p:nvCxnSpPr>
          <p:spPr>
            <a:xfrm flipH="1">
              <a:off x="3640727" y="3511586"/>
              <a:ext cx="3942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4" name="Google Shape;174;p3"/>
          <p:cNvGrpSpPr/>
          <p:nvPr/>
        </p:nvGrpSpPr>
        <p:grpSpPr>
          <a:xfrm flipH="1">
            <a:off x="713831" y="3377685"/>
            <a:ext cx="4020738" cy="724100"/>
            <a:chOff x="553062" y="3969678"/>
            <a:chExt cx="4239665" cy="765054"/>
          </a:xfrm>
        </p:grpSpPr>
        <p:sp>
          <p:nvSpPr>
            <p:cNvPr id="175" name="Google Shape;175;p3"/>
            <p:cNvSpPr/>
            <p:nvPr/>
          </p:nvSpPr>
          <p:spPr>
            <a:xfrm>
              <a:off x="553062" y="3970800"/>
              <a:ext cx="3087600" cy="7596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176;p3"/>
            <p:cNvGrpSpPr/>
            <p:nvPr/>
          </p:nvGrpSpPr>
          <p:grpSpPr>
            <a:xfrm>
              <a:off x="683327" y="3969722"/>
              <a:ext cx="3000100" cy="765010"/>
              <a:chOff x="1152587" y="1150780"/>
              <a:chExt cx="2837780" cy="765010"/>
            </a:xfrm>
          </p:grpSpPr>
          <p:sp>
            <p:nvSpPr>
              <p:cNvPr id="177" name="Google Shape;177;p3"/>
              <p:cNvSpPr txBox="1"/>
              <p:nvPr/>
            </p:nvSpPr>
            <p:spPr>
              <a:xfrm flipH="1">
                <a:off x="1152587" y="1150780"/>
                <a:ext cx="2114086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Adjusted Shooting %</a:t>
                </a:r>
                <a:endParaRPr b="1" i="0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78" name="Google Shape;178;p3"/>
              <p:cNvSpPr txBox="1"/>
              <p:nvPr/>
            </p:nvSpPr>
            <p:spPr>
              <a:xfrm flipH="1">
                <a:off x="1170533" y="1389591"/>
                <a:ext cx="2819834" cy="526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Adjusted weights for 2P%, 3P%, and FT% to better reflect scoring efficiency.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79;p3"/>
            <p:cNvSpPr/>
            <p:nvPr/>
          </p:nvSpPr>
          <p:spPr>
            <a:xfrm flipH="1">
              <a:off x="4034927" y="3969678"/>
              <a:ext cx="757800" cy="759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24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3"/>
            <p:cNvCxnSpPr>
              <a:stCxn id="179" idx="6"/>
              <a:endCxn id="175" idx="3"/>
            </p:cNvCxnSpPr>
            <p:nvPr/>
          </p:nvCxnSpPr>
          <p:spPr>
            <a:xfrm flipH="1">
              <a:off x="3640727" y="4349628"/>
              <a:ext cx="3942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81" name="Google Shape;181;p3" title="Screenshot 2025-03-25 at 7.40.2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5300" y="1505950"/>
            <a:ext cx="16833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" title="Screenshot 2025-03-25 at 7.44.18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9750" y="2346768"/>
            <a:ext cx="2901901" cy="654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" title="Screenshot 2025-03-25 at 7.48.31 PM.png"/>
          <p:cNvPicPr preferRelativeResize="0"/>
          <p:nvPr/>
        </p:nvPicPr>
        <p:blipFill rotWithShape="1">
          <a:blip r:embed="rId5">
            <a:alphaModFix/>
          </a:blip>
          <a:srcRect b="16736" l="0" r="0" t="0"/>
          <a:stretch/>
        </p:blipFill>
        <p:spPr>
          <a:xfrm>
            <a:off x="5678700" y="4046175"/>
            <a:ext cx="963478" cy="7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" title="Screenshot 2025-03-25 at 7.53.33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4050" y="4046175"/>
            <a:ext cx="748650" cy="7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" title="Screenshot 2025-03-25 at 8.00.32 P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79750" y="3131625"/>
            <a:ext cx="3279979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 flipH="1">
            <a:off x="711159" y="4125351"/>
            <a:ext cx="4020738" cy="720000"/>
            <a:chOff x="553062" y="3969678"/>
            <a:chExt cx="4239665" cy="760722"/>
          </a:xfrm>
        </p:grpSpPr>
        <p:sp>
          <p:nvSpPr>
            <p:cNvPr id="189" name="Google Shape;189;p3"/>
            <p:cNvSpPr/>
            <p:nvPr/>
          </p:nvSpPr>
          <p:spPr>
            <a:xfrm>
              <a:off x="553062" y="3970800"/>
              <a:ext cx="3087600" cy="7596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" name="Google Shape;190;p3"/>
            <p:cNvGrpSpPr/>
            <p:nvPr/>
          </p:nvGrpSpPr>
          <p:grpSpPr>
            <a:xfrm>
              <a:off x="683329" y="3969722"/>
              <a:ext cx="2983450" cy="752013"/>
              <a:chOff x="1152588" y="1150780"/>
              <a:chExt cx="2822030" cy="752013"/>
            </a:xfrm>
          </p:grpSpPr>
          <p:sp>
            <p:nvSpPr>
              <p:cNvPr id="191" name="Google Shape;191;p3"/>
              <p:cNvSpPr txBox="1"/>
              <p:nvPr/>
            </p:nvSpPr>
            <p:spPr>
              <a:xfrm flipH="1">
                <a:off x="1152588" y="1150780"/>
                <a:ext cx="2102425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Combined Fatigue</a:t>
                </a:r>
                <a:endParaRPr b="1" i="0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2" name="Google Shape;192;p3"/>
              <p:cNvSpPr txBox="1"/>
              <p:nvPr/>
            </p:nvSpPr>
            <p:spPr>
              <a:xfrm flipH="1">
                <a:off x="1180950" y="1376593"/>
                <a:ext cx="2793668" cy="52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Measure how fatigue influences player performance.</a:t>
                </a:r>
                <a:endParaRPr b="0" i="0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3"/>
            <p:cNvSpPr/>
            <p:nvPr/>
          </p:nvSpPr>
          <p:spPr>
            <a:xfrm flipH="1">
              <a:off x="4034643" y="3969678"/>
              <a:ext cx="758084" cy="759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24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" name="Google Shape;194;p3"/>
            <p:cNvCxnSpPr>
              <a:stCxn id="193" idx="6"/>
              <a:endCxn id="189" idx="3"/>
            </p:cNvCxnSpPr>
            <p:nvPr/>
          </p:nvCxnSpPr>
          <p:spPr>
            <a:xfrm flipH="1">
              <a:off x="3640743" y="4349628"/>
              <a:ext cx="3939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5" name="Google Shape;195;p3"/>
          <p:cNvGrpSpPr/>
          <p:nvPr/>
        </p:nvGrpSpPr>
        <p:grpSpPr>
          <a:xfrm flipH="1">
            <a:off x="711159" y="1176470"/>
            <a:ext cx="4021200" cy="720000"/>
            <a:chOff x="553062" y="1455553"/>
            <a:chExt cx="4239665" cy="800647"/>
          </a:xfrm>
        </p:grpSpPr>
        <p:sp>
          <p:nvSpPr>
            <p:cNvPr id="196" name="Google Shape;196;p3"/>
            <p:cNvSpPr/>
            <p:nvPr/>
          </p:nvSpPr>
          <p:spPr>
            <a:xfrm>
              <a:off x="553062" y="1456675"/>
              <a:ext cx="3087600" cy="7596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" name="Google Shape;197;p3"/>
            <p:cNvGrpSpPr/>
            <p:nvPr/>
          </p:nvGrpSpPr>
          <p:grpSpPr>
            <a:xfrm>
              <a:off x="655017" y="1491013"/>
              <a:ext cx="3052031" cy="765187"/>
              <a:chOff x="1125809" y="1186184"/>
              <a:chExt cx="2886900" cy="765187"/>
            </a:xfrm>
          </p:grpSpPr>
          <p:sp>
            <p:nvSpPr>
              <p:cNvPr id="198" name="Google Shape;198;p3"/>
              <p:cNvSpPr txBox="1"/>
              <p:nvPr/>
            </p:nvSpPr>
            <p:spPr>
              <a:xfrm flipH="1">
                <a:off x="1125809" y="1186184"/>
                <a:ext cx="2886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BPI (Basketball Power Index)</a:t>
                </a:r>
                <a:endParaRPr b="1" i="0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9" name="Google Shape;199;p3"/>
              <p:cNvSpPr txBox="1"/>
              <p:nvPr/>
            </p:nvSpPr>
            <p:spPr>
              <a:xfrm flipH="1">
                <a:off x="1143808" y="1425171"/>
                <a:ext cx="2850900" cy="52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Measure of the team strength that is meant to be the best predictor of performance going forward.</a:t>
                </a:r>
                <a:endParaRPr b="0" i="0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0" name="Google Shape;200;p3"/>
            <p:cNvSpPr/>
            <p:nvPr/>
          </p:nvSpPr>
          <p:spPr>
            <a:xfrm flipH="1">
              <a:off x="4034927" y="1455553"/>
              <a:ext cx="757800" cy="759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24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" name="Google Shape;201;p3"/>
            <p:cNvCxnSpPr>
              <a:stCxn id="200" idx="6"/>
              <a:endCxn id="196" idx="3"/>
            </p:cNvCxnSpPr>
            <p:nvPr/>
          </p:nvCxnSpPr>
          <p:spPr>
            <a:xfrm flipH="1">
              <a:off x="3640727" y="1835503"/>
              <a:ext cx="3942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4"/>
          <p:cNvGrpSpPr/>
          <p:nvPr/>
        </p:nvGrpSpPr>
        <p:grpSpPr>
          <a:xfrm>
            <a:off x="333155" y="2020312"/>
            <a:ext cx="3598058" cy="1228470"/>
            <a:chOff x="467425" y="2095876"/>
            <a:chExt cx="3470100" cy="1000632"/>
          </a:xfrm>
        </p:grpSpPr>
        <p:cxnSp>
          <p:nvCxnSpPr>
            <p:cNvPr id="207" name="Google Shape;207;p4"/>
            <p:cNvCxnSpPr>
              <a:stCxn id="208" idx="3"/>
              <a:endCxn id="209" idx="2"/>
            </p:cNvCxnSpPr>
            <p:nvPr/>
          </p:nvCxnSpPr>
          <p:spPr>
            <a:xfrm flipH="1" rot="10800000">
              <a:off x="3298825" y="2097747"/>
              <a:ext cx="638700" cy="487500"/>
            </a:xfrm>
            <a:prstGeom prst="bentConnector3">
              <a:avLst>
                <a:gd fmla="val 55366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8" name="Google Shape;208;p4"/>
            <p:cNvSpPr/>
            <p:nvPr/>
          </p:nvSpPr>
          <p:spPr>
            <a:xfrm>
              <a:off x="467425" y="2095901"/>
              <a:ext cx="2831400" cy="97869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4"/>
            <p:cNvGrpSpPr/>
            <p:nvPr/>
          </p:nvGrpSpPr>
          <p:grpSpPr>
            <a:xfrm>
              <a:off x="1361661" y="2095876"/>
              <a:ext cx="1937162" cy="1000632"/>
              <a:chOff x="4562061" y="1534439"/>
              <a:chExt cx="1937162" cy="1000632"/>
            </a:xfrm>
          </p:grpSpPr>
          <p:sp>
            <p:nvSpPr>
              <p:cNvPr id="211" name="Google Shape;211;p4"/>
              <p:cNvSpPr txBox="1"/>
              <p:nvPr/>
            </p:nvSpPr>
            <p:spPr>
              <a:xfrm>
                <a:off x="4572023" y="1534439"/>
                <a:ext cx="19272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" sz="1600" u="none" cap="none" strike="noStrike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Combined_Fatigue</a:t>
                </a:r>
                <a:endParaRPr b="1" i="0" sz="16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2" name="Google Shape;212;p4"/>
              <p:cNvSpPr txBox="1"/>
              <p:nvPr/>
            </p:nvSpPr>
            <p:spPr>
              <a:xfrm>
                <a:off x="4562061" y="1808771"/>
                <a:ext cx="19272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(travel distance /1000) + abs(jet lag)</a:t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" name="Google Shape;213;p4"/>
            <p:cNvSpPr/>
            <p:nvPr/>
          </p:nvSpPr>
          <p:spPr>
            <a:xfrm>
              <a:off x="584775" y="2219351"/>
              <a:ext cx="756900" cy="657129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4"/>
          <p:cNvGrpSpPr/>
          <p:nvPr/>
        </p:nvGrpSpPr>
        <p:grpSpPr>
          <a:xfrm>
            <a:off x="333155" y="2020184"/>
            <a:ext cx="3380449" cy="2801682"/>
            <a:chOff x="772225" y="2601925"/>
            <a:chExt cx="2967900" cy="1961100"/>
          </a:xfrm>
        </p:grpSpPr>
        <p:cxnSp>
          <p:nvCxnSpPr>
            <p:cNvPr id="215" name="Google Shape;215;p4"/>
            <p:cNvCxnSpPr>
              <a:stCxn id="216" idx="3"/>
            </p:cNvCxnSpPr>
            <p:nvPr/>
          </p:nvCxnSpPr>
          <p:spPr>
            <a:xfrm flipH="1" rot="10800000">
              <a:off x="3603625" y="2601925"/>
              <a:ext cx="136500" cy="14592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" name="Google Shape;216;p4"/>
            <p:cNvSpPr/>
            <p:nvPr/>
          </p:nvSpPr>
          <p:spPr>
            <a:xfrm>
              <a:off x="772225" y="3559225"/>
              <a:ext cx="2831400" cy="1003800"/>
            </a:xfrm>
            <a:prstGeom prst="roundRect">
              <a:avLst>
                <a:gd fmla="val 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7" name="Google Shape;217;p4"/>
            <p:cNvGrpSpPr/>
            <p:nvPr/>
          </p:nvGrpSpPr>
          <p:grpSpPr>
            <a:xfrm>
              <a:off x="1665475" y="3559188"/>
              <a:ext cx="1938148" cy="941701"/>
              <a:chOff x="4561075" y="1534439"/>
              <a:chExt cx="1938148" cy="941701"/>
            </a:xfrm>
          </p:grpSpPr>
          <p:sp>
            <p:nvSpPr>
              <p:cNvPr id="218" name="Google Shape;218;p4"/>
              <p:cNvSpPr txBox="1"/>
              <p:nvPr/>
            </p:nvSpPr>
            <p:spPr>
              <a:xfrm>
                <a:off x="4572023" y="1534439"/>
                <a:ext cx="19272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600" u="none" cap="none" strike="noStrike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Adjusting Shooting  %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561075" y="1749840"/>
                <a:ext cx="19272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(fg2pct * IF(f3grate &gt; avg(f3grate(all_teams)), 0.3, 0.4) + fg3pct * IF(f3grate &gt; avg(f3grate(all_teams)), 0.6, 0.5) + ftpct * 0.1)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20" name="Google Shape;220;p4"/>
            <p:cNvSpPr/>
            <p:nvPr/>
          </p:nvSpPr>
          <p:spPr>
            <a:xfrm>
              <a:off x="887450" y="3682700"/>
              <a:ext cx="756900" cy="7569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4"/>
          <p:cNvGrpSpPr/>
          <p:nvPr/>
        </p:nvGrpSpPr>
        <p:grpSpPr>
          <a:xfrm>
            <a:off x="5505713" y="2020337"/>
            <a:ext cx="3053400" cy="2947458"/>
            <a:chOff x="5318700" y="2291100"/>
            <a:chExt cx="3053400" cy="2308752"/>
          </a:xfrm>
        </p:grpSpPr>
        <p:cxnSp>
          <p:nvCxnSpPr>
            <p:cNvPr id="222" name="Google Shape;222;p4"/>
            <p:cNvCxnSpPr>
              <a:stCxn id="223" idx="3"/>
            </p:cNvCxnSpPr>
            <p:nvPr/>
          </p:nvCxnSpPr>
          <p:spPr>
            <a:xfrm rot="10800000">
              <a:off x="5318700" y="2291100"/>
              <a:ext cx="222000" cy="17700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3" name="Google Shape;223;p4"/>
            <p:cNvSpPr/>
            <p:nvPr/>
          </p:nvSpPr>
          <p:spPr>
            <a:xfrm flipH="1">
              <a:off x="5540700" y="3559200"/>
              <a:ext cx="2831400" cy="1003800"/>
            </a:xfrm>
            <a:prstGeom prst="roundRect">
              <a:avLst>
                <a:gd fmla="val 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" name="Google Shape;224;p4"/>
            <p:cNvGrpSpPr/>
            <p:nvPr/>
          </p:nvGrpSpPr>
          <p:grpSpPr>
            <a:xfrm flipH="1">
              <a:off x="5527237" y="3596548"/>
              <a:ext cx="1931582" cy="1003304"/>
              <a:chOff x="4581106" y="1571801"/>
              <a:chExt cx="1931582" cy="1003304"/>
            </a:xfrm>
          </p:grpSpPr>
          <p:sp>
            <p:nvSpPr>
              <p:cNvPr id="225" name="Google Shape;225;p4"/>
              <p:cNvSpPr txBox="1"/>
              <p:nvPr/>
            </p:nvSpPr>
            <p:spPr>
              <a:xfrm>
                <a:off x="4581106" y="1571801"/>
                <a:ext cx="19272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600" u="none" cap="none" strike="noStrike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</a:t>
                </a:r>
                <a:r>
                  <a:rPr b="1" i="0" lang="en" sz="1400" u="none" cap="none" strike="noStrike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(for calculating top player influence)</a:t>
                </a:r>
                <a:endParaRPr b="1" i="0" sz="14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585488" y="1848805"/>
                <a:ext cx="19272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assit_to_turnover; block_per_foul; defensive_plays_per_foul; defensive_rebounds etc.</a:t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" name="Google Shape;227;p4"/>
            <p:cNvSpPr/>
            <p:nvPr/>
          </p:nvSpPr>
          <p:spPr>
            <a:xfrm>
              <a:off x="7495125" y="3682700"/>
              <a:ext cx="756900" cy="7569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4"/>
          <p:cNvGrpSpPr/>
          <p:nvPr/>
        </p:nvGrpSpPr>
        <p:grpSpPr>
          <a:xfrm>
            <a:off x="5213400" y="1941061"/>
            <a:ext cx="3589900" cy="1617982"/>
            <a:chOff x="5360400" y="2095900"/>
            <a:chExt cx="3316500" cy="1003800"/>
          </a:xfrm>
        </p:grpSpPr>
        <p:cxnSp>
          <p:nvCxnSpPr>
            <p:cNvPr id="229" name="Google Shape;229;p4"/>
            <p:cNvCxnSpPr>
              <a:stCxn id="230" idx="3"/>
              <a:endCxn id="209" idx="6"/>
            </p:cNvCxnSpPr>
            <p:nvPr/>
          </p:nvCxnSpPr>
          <p:spPr>
            <a:xfrm rot="10800000">
              <a:off x="5360400" y="2146300"/>
              <a:ext cx="485100" cy="451500"/>
            </a:xfrm>
            <a:prstGeom prst="bentConnector3">
              <a:avLst>
                <a:gd fmla="val 488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0" name="Google Shape;230;p4"/>
            <p:cNvSpPr/>
            <p:nvPr/>
          </p:nvSpPr>
          <p:spPr>
            <a:xfrm flipH="1">
              <a:off x="5845500" y="2095900"/>
              <a:ext cx="2831400" cy="10038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" name="Google Shape;231;p4"/>
            <p:cNvGrpSpPr/>
            <p:nvPr/>
          </p:nvGrpSpPr>
          <p:grpSpPr>
            <a:xfrm flipH="1">
              <a:off x="5837613" y="2142220"/>
              <a:ext cx="2039122" cy="842320"/>
              <a:chOff x="4467990" y="1580784"/>
              <a:chExt cx="2039122" cy="842320"/>
            </a:xfrm>
          </p:grpSpPr>
          <p:sp>
            <p:nvSpPr>
              <p:cNvPr id="232" name="Google Shape;232;p4"/>
              <p:cNvSpPr txBox="1"/>
              <p:nvPr/>
            </p:nvSpPr>
            <p:spPr>
              <a:xfrm>
                <a:off x="4562808" y="1580784"/>
                <a:ext cx="1927200" cy="237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600" u="none" cap="none" strike="noStrike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Top_Player_Influence</a:t>
                </a:r>
                <a:endParaRPr b="1" i="0" sz="16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4467990" y="1696804"/>
                <a:ext cx="2039122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Score = ∑ (feature_importance_i × feature_value_i), for i = 1 to 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feature_value_i = 1 if the team has the player who is in top 100 playlist, feature_value_i = 0 otherwise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4" name="Google Shape;234;p4"/>
            <p:cNvSpPr/>
            <p:nvPr/>
          </p:nvSpPr>
          <p:spPr>
            <a:xfrm>
              <a:off x="7834906" y="2219350"/>
              <a:ext cx="756900" cy="7569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4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4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Variable transformation </a:t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3931074" y="1381338"/>
            <a:ext cx="1282200" cy="1282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4"/>
          <p:cNvGrpSpPr/>
          <p:nvPr/>
        </p:nvGrpSpPr>
        <p:grpSpPr>
          <a:xfrm>
            <a:off x="8058234" y="2532980"/>
            <a:ext cx="490739" cy="490739"/>
            <a:chOff x="-1654375" y="1350710"/>
            <a:chExt cx="490739" cy="490739"/>
          </a:xfrm>
        </p:grpSpPr>
        <p:sp>
          <p:nvSpPr>
            <p:cNvPr id="237" name="Google Shape;237;p4"/>
            <p:cNvSpPr/>
            <p:nvPr/>
          </p:nvSpPr>
          <p:spPr>
            <a:xfrm>
              <a:off x="-1654375" y="1350710"/>
              <a:ext cx="490739" cy="490739"/>
            </a:xfrm>
            <a:custGeom>
              <a:rect b="b" l="l" r="r" t="t"/>
              <a:pathLst>
                <a:path extrusionOk="0" h="11392" w="11392">
                  <a:moveTo>
                    <a:pt x="5698" y="1"/>
                  </a:moveTo>
                  <a:cubicBezTo>
                    <a:pt x="2553" y="1"/>
                    <a:pt x="0" y="2549"/>
                    <a:pt x="0" y="5694"/>
                  </a:cubicBezTo>
                  <a:cubicBezTo>
                    <a:pt x="0" y="8839"/>
                    <a:pt x="2553" y="11392"/>
                    <a:pt x="5698" y="11392"/>
                  </a:cubicBezTo>
                  <a:cubicBezTo>
                    <a:pt x="8843" y="11392"/>
                    <a:pt x="11392" y="8839"/>
                    <a:pt x="11392" y="5694"/>
                  </a:cubicBezTo>
                  <a:cubicBezTo>
                    <a:pt x="11392" y="2549"/>
                    <a:pt x="8843" y="1"/>
                    <a:pt x="5698" y="1"/>
                  </a:cubicBezTo>
                  <a:close/>
                </a:path>
              </a:pathLst>
            </a:custGeom>
            <a:solidFill>
              <a:srgbClr val="4021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-1426447" y="1468874"/>
              <a:ext cx="242311" cy="219006"/>
            </a:xfrm>
            <a:custGeom>
              <a:rect b="b" l="l" r="r" t="t"/>
              <a:pathLst>
                <a:path extrusionOk="0" h="5084" w="5625">
                  <a:moveTo>
                    <a:pt x="623" y="0"/>
                  </a:moveTo>
                  <a:cubicBezTo>
                    <a:pt x="498" y="165"/>
                    <a:pt x="368" y="334"/>
                    <a:pt x="243" y="507"/>
                  </a:cubicBezTo>
                  <a:cubicBezTo>
                    <a:pt x="160" y="619"/>
                    <a:pt x="78" y="736"/>
                    <a:pt x="0" y="853"/>
                  </a:cubicBezTo>
                  <a:cubicBezTo>
                    <a:pt x="2055" y="1774"/>
                    <a:pt x="4097" y="3189"/>
                    <a:pt x="5166" y="5084"/>
                  </a:cubicBezTo>
                  <a:cubicBezTo>
                    <a:pt x="5201" y="5010"/>
                    <a:pt x="5231" y="4937"/>
                    <a:pt x="5261" y="4859"/>
                  </a:cubicBezTo>
                  <a:cubicBezTo>
                    <a:pt x="5261" y="4859"/>
                    <a:pt x="5266" y="4855"/>
                    <a:pt x="5266" y="4855"/>
                  </a:cubicBezTo>
                  <a:cubicBezTo>
                    <a:pt x="5279" y="4820"/>
                    <a:pt x="5292" y="4781"/>
                    <a:pt x="5304" y="4747"/>
                  </a:cubicBezTo>
                  <a:cubicBezTo>
                    <a:pt x="5309" y="4742"/>
                    <a:pt x="5309" y="4738"/>
                    <a:pt x="5309" y="4734"/>
                  </a:cubicBezTo>
                  <a:cubicBezTo>
                    <a:pt x="5322" y="4699"/>
                    <a:pt x="5335" y="4664"/>
                    <a:pt x="5348" y="4630"/>
                  </a:cubicBezTo>
                  <a:cubicBezTo>
                    <a:pt x="5348" y="4621"/>
                    <a:pt x="5352" y="4612"/>
                    <a:pt x="5356" y="4604"/>
                  </a:cubicBezTo>
                  <a:cubicBezTo>
                    <a:pt x="5365" y="4573"/>
                    <a:pt x="5374" y="4543"/>
                    <a:pt x="5387" y="4509"/>
                  </a:cubicBezTo>
                  <a:cubicBezTo>
                    <a:pt x="5391" y="4496"/>
                    <a:pt x="5391" y="4483"/>
                    <a:pt x="5395" y="4470"/>
                  </a:cubicBezTo>
                  <a:cubicBezTo>
                    <a:pt x="5404" y="4444"/>
                    <a:pt x="5413" y="4418"/>
                    <a:pt x="5421" y="4387"/>
                  </a:cubicBezTo>
                  <a:cubicBezTo>
                    <a:pt x="5426" y="4370"/>
                    <a:pt x="5434" y="4348"/>
                    <a:pt x="5439" y="4327"/>
                  </a:cubicBezTo>
                  <a:cubicBezTo>
                    <a:pt x="5443" y="4305"/>
                    <a:pt x="5452" y="4284"/>
                    <a:pt x="5456" y="4266"/>
                  </a:cubicBezTo>
                  <a:cubicBezTo>
                    <a:pt x="5465" y="4223"/>
                    <a:pt x="5478" y="4180"/>
                    <a:pt x="5486" y="4136"/>
                  </a:cubicBezTo>
                  <a:cubicBezTo>
                    <a:pt x="5495" y="4098"/>
                    <a:pt x="5504" y="4059"/>
                    <a:pt x="5512" y="4020"/>
                  </a:cubicBezTo>
                  <a:cubicBezTo>
                    <a:pt x="5516" y="4007"/>
                    <a:pt x="5516" y="3994"/>
                    <a:pt x="5521" y="3981"/>
                  </a:cubicBezTo>
                  <a:cubicBezTo>
                    <a:pt x="5525" y="3955"/>
                    <a:pt x="5529" y="3924"/>
                    <a:pt x="5538" y="3899"/>
                  </a:cubicBezTo>
                  <a:cubicBezTo>
                    <a:pt x="5538" y="3881"/>
                    <a:pt x="5542" y="3868"/>
                    <a:pt x="5542" y="3855"/>
                  </a:cubicBezTo>
                  <a:cubicBezTo>
                    <a:pt x="5547" y="3825"/>
                    <a:pt x="5555" y="3799"/>
                    <a:pt x="5560" y="3769"/>
                  </a:cubicBezTo>
                  <a:cubicBezTo>
                    <a:pt x="5560" y="3756"/>
                    <a:pt x="5564" y="3747"/>
                    <a:pt x="5564" y="3734"/>
                  </a:cubicBezTo>
                  <a:cubicBezTo>
                    <a:pt x="5568" y="3695"/>
                    <a:pt x="5577" y="3656"/>
                    <a:pt x="5581" y="3617"/>
                  </a:cubicBezTo>
                  <a:cubicBezTo>
                    <a:pt x="5581" y="3609"/>
                    <a:pt x="5581" y="3600"/>
                    <a:pt x="5586" y="3591"/>
                  </a:cubicBezTo>
                  <a:cubicBezTo>
                    <a:pt x="5586" y="3561"/>
                    <a:pt x="5590" y="3526"/>
                    <a:pt x="5594" y="3496"/>
                  </a:cubicBezTo>
                  <a:cubicBezTo>
                    <a:pt x="5594" y="3483"/>
                    <a:pt x="5599" y="3470"/>
                    <a:pt x="5599" y="3453"/>
                  </a:cubicBezTo>
                  <a:cubicBezTo>
                    <a:pt x="5603" y="3427"/>
                    <a:pt x="5603" y="3401"/>
                    <a:pt x="5607" y="3375"/>
                  </a:cubicBezTo>
                  <a:cubicBezTo>
                    <a:pt x="5607" y="3362"/>
                    <a:pt x="5607" y="3345"/>
                    <a:pt x="5607" y="3332"/>
                  </a:cubicBezTo>
                  <a:cubicBezTo>
                    <a:pt x="5612" y="3301"/>
                    <a:pt x="5612" y="3271"/>
                    <a:pt x="5616" y="3245"/>
                  </a:cubicBezTo>
                  <a:cubicBezTo>
                    <a:pt x="5616" y="3232"/>
                    <a:pt x="5616" y="3224"/>
                    <a:pt x="5616" y="3215"/>
                  </a:cubicBezTo>
                  <a:cubicBezTo>
                    <a:pt x="5620" y="3176"/>
                    <a:pt x="5620" y="3137"/>
                    <a:pt x="5620" y="3098"/>
                  </a:cubicBezTo>
                  <a:cubicBezTo>
                    <a:pt x="5620" y="3085"/>
                    <a:pt x="5620" y="3072"/>
                    <a:pt x="5620" y="3059"/>
                  </a:cubicBezTo>
                  <a:cubicBezTo>
                    <a:pt x="5625" y="3033"/>
                    <a:pt x="5625" y="3007"/>
                    <a:pt x="5625" y="2981"/>
                  </a:cubicBezTo>
                  <a:cubicBezTo>
                    <a:pt x="5625" y="2964"/>
                    <a:pt x="5625" y="2947"/>
                    <a:pt x="5625" y="2934"/>
                  </a:cubicBezTo>
                  <a:cubicBezTo>
                    <a:pt x="5625" y="2908"/>
                    <a:pt x="5625" y="2886"/>
                    <a:pt x="5625" y="2860"/>
                  </a:cubicBezTo>
                  <a:cubicBezTo>
                    <a:pt x="5625" y="2843"/>
                    <a:pt x="5620" y="2830"/>
                    <a:pt x="5620" y="2813"/>
                  </a:cubicBezTo>
                  <a:cubicBezTo>
                    <a:pt x="5620" y="2782"/>
                    <a:pt x="5620" y="2756"/>
                    <a:pt x="5620" y="2726"/>
                  </a:cubicBezTo>
                  <a:cubicBezTo>
                    <a:pt x="5616" y="2709"/>
                    <a:pt x="5616" y="2691"/>
                    <a:pt x="5616" y="2670"/>
                  </a:cubicBezTo>
                  <a:cubicBezTo>
                    <a:pt x="5616" y="2644"/>
                    <a:pt x="5612" y="2614"/>
                    <a:pt x="5612" y="2588"/>
                  </a:cubicBezTo>
                  <a:cubicBezTo>
                    <a:pt x="5612" y="2570"/>
                    <a:pt x="5607" y="2553"/>
                    <a:pt x="5607" y="2536"/>
                  </a:cubicBezTo>
                  <a:cubicBezTo>
                    <a:pt x="5607" y="2514"/>
                    <a:pt x="5603" y="2492"/>
                    <a:pt x="5603" y="2471"/>
                  </a:cubicBezTo>
                  <a:cubicBezTo>
                    <a:pt x="5599" y="2454"/>
                    <a:pt x="5599" y="2436"/>
                    <a:pt x="5599" y="2419"/>
                  </a:cubicBezTo>
                  <a:cubicBezTo>
                    <a:pt x="5594" y="2397"/>
                    <a:pt x="5590" y="2376"/>
                    <a:pt x="5590" y="2354"/>
                  </a:cubicBezTo>
                  <a:cubicBezTo>
                    <a:pt x="5590" y="2337"/>
                    <a:pt x="5586" y="2319"/>
                    <a:pt x="5586" y="2302"/>
                  </a:cubicBezTo>
                  <a:cubicBezTo>
                    <a:pt x="5581" y="2272"/>
                    <a:pt x="5577" y="2242"/>
                    <a:pt x="5573" y="2211"/>
                  </a:cubicBezTo>
                  <a:cubicBezTo>
                    <a:pt x="5568" y="2190"/>
                    <a:pt x="5564" y="2168"/>
                    <a:pt x="5560" y="2142"/>
                  </a:cubicBezTo>
                  <a:cubicBezTo>
                    <a:pt x="5560" y="2125"/>
                    <a:pt x="5555" y="2107"/>
                    <a:pt x="5551" y="2086"/>
                  </a:cubicBezTo>
                  <a:cubicBezTo>
                    <a:pt x="5547" y="2068"/>
                    <a:pt x="5547" y="2047"/>
                    <a:pt x="5542" y="2025"/>
                  </a:cubicBezTo>
                  <a:cubicBezTo>
                    <a:pt x="5538" y="2008"/>
                    <a:pt x="5534" y="1995"/>
                    <a:pt x="5534" y="1978"/>
                  </a:cubicBezTo>
                  <a:cubicBezTo>
                    <a:pt x="5529" y="1956"/>
                    <a:pt x="5525" y="1934"/>
                    <a:pt x="5521" y="1913"/>
                  </a:cubicBezTo>
                  <a:cubicBezTo>
                    <a:pt x="5516" y="1900"/>
                    <a:pt x="5512" y="1882"/>
                    <a:pt x="5508" y="1865"/>
                  </a:cubicBezTo>
                  <a:cubicBezTo>
                    <a:pt x="5499" y="1826"/>
                    <a:pt x="5491" y="1783"/>
                    <a:pt x="5482" y="1740"/>
                  </a:cubicBezTo>
                  <a:cubicBezTo>
                    <a:pt x="5478" y="1731"/>
                    <a:pt x="5478" y="1718"/>
                    <a:pt x="5473" y="1709"/>
                  </a:cubicBezTo>
                  <a:cubicBezTo>
                    <a:pt x="5469" y="1683"/>
                    <a:pt x="5460" y="1662"/>
                    <a:pt x="5456" y="1640"/>
                  </a:cubicBezTo>
                  <a:cubicBezTo>
                    <a:pt x="5452" y="1627"/>
                    <a:pt x="5447" y="1614"/>
                    <a:pt x="5447" y="1597"/>
                  </a:cubicBezTo>
                  <a:cubicBezTo>
                    <a:pt x="5439" y="1575"/>
                    <a:pt x="5434" y="1554"/>
                    <a:pt x="5426" y="1532"/>
                  </a:cubicBezTo>
                  <a:cubicBezTo>
                    <a:pt x="5426" y="1519"/>
                    <a:pt x="5421" y="1506"/>
                    <a:pt x="5417" y="1493"/>
                  </a:cubicBezTo>
                  <a:cubicBezTo>
                    <a:pt x="5408" y="1471"/>
                    <a:pt x="5404" y="1450"/>
                    <a:pt x="5395" y="1424"/>
                  </a:cubicBezTo>
                  <a:cubicBezTo>
                    <a:pt x="5391" y="1415"/>
                    <a:pt x="5391" y="1407"/>
                    <a:pt x="5387" y="1398"/>
                  </a:cubicBezTo>
                  <a:cubicBezTo>
                    <a:pt x="5374" y="1350"/>
                    <a:pt x="5356" y="1303"/>
                    <a:pt x="5339" y="1255"/>
                  </a:cubicBezTo>
                  <a:cubicBezTo>
                    <a:pt x="5339" y="1246"/>
                    <a:pt x="5335" y="1238"/>
                    <a:pt x="5330" y="1229"/>
                  </a:cubicBezTo>
                  <a:cubicBezTo>
                    <a:pt x="5322" y="1208"/>
                    <a:pt x="5313" y="1186"/>
                    <a:pt x="5309" y="1160"/>
                  </a:cubicBezTo>
                  <a:cubicBezTo>
                    <a:pt x="5304" y="1151"/>
                    <a:pt x="5300" y="1138"/>
                    <a:pt x="5296" y="1125"/>
                  </a:cubicBezTo>
                  <a:cubicBezTo>
                    <a:pt x="5287" y="1104"/>
                    <a:pt x="5279" y="1082"/>
                    <a:pt x="5270" y="1056"/>
                  </a:cubicBezTo>
                  <a:cubicBezTo>
                    <a:pt x="5266" y="1047"/>
                    <a:pt x="5261" y="1034"/>
                    <a:pt x="5257" y="1026"/>
                  </a:cubicBezTo>
                  <a:cubicBezTo>
                    <a:pt x="5244" y="1004"/>
                    <a:pt x="5235" y="978"/>
                    <a:pt x="5227" y="957"/>
                  </a:cubicBezTo>
                  <a:cubicBezTo>
                    <a:pt x="4716" y="753"/>
                    <a:pt x="4110" y="697"/>
                    <a:pt x="3457" y="632"/>
                  </a:cubicBezTo>
                  <a:cubicBezTo>
                    <a:pt x="2575" y="546"/>
                    <a:pt x="1601" y="455"/>
                    <a:pt x="6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-1632405" y="1555159"/>
              <a:ext cx="156587" cy="225941"/>
            </a:xfrm>
            <a:custGeom>
              <a:rect b="b" l="l" r="r" t="t"/>
              <a:pathLst>
                <a:path extrusionOk="0" h="5245" w="3635">
                  <a:moveTo>
                    <a:pt x="2828" y="0"/>
                  </a:moveTo>
                  <a:cubicBezTo>
                    <a:pt x="2222" y="0"/>
                    <a:pt x="1651" y="260"/>
                    <a:pt x="1147" y="619"/>
                  </a:cubicBezTo>
                  <a:cubicBezTo>
                    <a:pt x="706" y="931"/>
                    <a:pt x="321" y="1324"/>
                    <a:pt x="1" y="1688"/>
                  </a:cubicBezTo>
                  <a:cubicBezTo>
                    <a:pt x="40" y="1956"/>
                    <a:pt x="100" y="2220"/>
                    <a:pt x="178" y="2475"/>
                  </a:cubicBezTo>
                  <a:cubicBezTo>
                    <a:pt x="178" y="2480"/>
                    <a:pt x="178" y="2484"/>
                    <a:pt x="182" y="2488"/>
                  </a:cubicBezTo>
                  <a:cubicBezTo>
                    <a:pt x="191" y="2527"/>
                    <a:pt x="204" y="2566"/>
                    <a:pt x="217" y="2601"/>
                  </a:cubicBezTo>
                  <a:cubicBezTo>
                    <a:pt x="221" y="2609"/>
                    <a:pt x="221" y="2614"/>
                    <a:pt x="226" y="2622"/>
                  </a:cubicBezTo>
                  <a:cubicBezTo>
                    <a:pt x="234" y="2657"/>
                    <a:pt x="247" y="2692"/>
                    <a:pt x="260" y="2726"/>
                  </a:cubicBezTo>
                  <a:cubicBezTo>
                    <a:pt x="265" y="2735"/>
                    <a:pt x="265" y="2739"/>
                    <a:pt x="269" y="2748"/>
                  </a:cubicBezTo>
                  <a:cubicBezTo>
                    <a:pt x="282" y="2782"/>
                    <a:pt x="295" y="2817"/>
                    <a:pt x="308" y="2847"/>
                  </a:cubicBezTo>
                  <a:cubicBezTo>
                    <a:pt x="308" y="2856"/>
                    <a:pt x="312" y="2865"/>
                    <a:pt x="316" y="2873"/>
                  </a:cubicBezTo>
                  <a:cubicBezTo>
                    <a:pt x="329" y="2908"/>
                    <a:pt x="342" y="2938"/>
                    <a:pt x="355" y="2973"/>
                  </a:cubicBezTo>
                  <a:cubicBezTo>
                    <a:pt x="360" y="2981"/>
                    <a:pt x="364" y="2990"/>
                    <a:pt x="368" y="2999"/>
                  </a:cubicBezTo>
                  <a:cubicBezTo>
                    <a:pt x="381" y="3029"/>
                    <a:pt x="394" y="3059"/>
                    <a:pt x="407" y="3090"/>
                  </a:cubicBezTo>
                  <a:cubicBezTo>
                    <a:pt x="412" y="3098"/>
                    <a:pt x="416" y="3111"/>
                    <a:pt x="420" y="3120"/>
                  </a:cubicBezTo>
                  <a:cubicBezTo>
                    <a:pt x="433" y="3150"/>
                    <a:pt x="451" y="3180"/>
                    <a:pt x="464" y="3211"/>
                  </a:cubicBezTo>
                  <a:cubicBezTo>
                    <a:pt x="468" y="3219"/>
                    <a:pt x="472" y="3228"/>
                    <a:pt x="477" y="3237"/>
                  </a:cubicBezTo>
                  <a:cubicBezTo>
                    <a:pt x="494" y="3267"/>
                    <a:pt x="507" y="3302"/>
                    <a:pt x="524" y="3332"/>
                  </a:cubicBezTo>
                  <a:cubicBezTo>
                    <a:pt x="528" y="3341"/>
                    <a:pt x="533" y="3345"/>
                    <a:pt x="537" y="3354"/>
                  </a:cubicBezTo>
                  <a:cubicBezTo>
                    <a:pt x="554" y="3388"/>
                    <a:pt x="572" y="3418"/>
                    <a:pt x="589" y="3449"/>
                  </a:cubicBezTo>
                  <a:cubicBezTo>
                    <a:pt x="589" y="3457"/>
                    <a:pt x="593" y="3462"/>
                    <a:pt x="598" y="3470"/>
                  </a:cubicBezTo>
                  <a:cubicBezTo>
                    <a:pt x="615" y="3505"/>
                    <a:pt x="637" y="3540"/>
                    <a:pt x="654" y="3570"/>
                  </a:cubicBezTo>
                  <a:cubicBezTo>
                    <a:pt x="658" y="3574"/>
                    <a:pt x="658" y="3578"/>
                    <a:pt x="663" y="3583"/>
                  </a:cubicBezTo>
                  <a:cubicBezTo>
                    <a:pt x="684" y="3622"/>
                    <a:pt x="706" y="3656"/>
                    <a:pt x="727" y="3695"/>
                  </a:cubicBezTo>
                  <a:lnTo>
                    <a:pt x="732" y="3695"/>
                  </a:lnTo>
                  <a:cubicBezTo>
                    <a:pt x="823" y="3847"/>
                    <a:pt x="922" y="3994"/>
                    <a:pt x="1030" y="4132"/>
                  </a:cubicBezTo>
                  <a:cubicBezTo>
                    <a:pt x="1035" y="4137"/>
                    <a:pt x="1039" y="4141"/>
                    <a:pt x="1039" y="4145"/>
                  </a:cubicBezTo>
                  <a:cubicBezTo>
                    <a:pt x="1065" y="4176"/>
                    <a:pt x="1087" y="4206"/>
                    <a:pt x="1113" y="4236"/>
                  </a:cubicBezTo>
                  <a:cubicBezTo>
                    <a:pt x="1117" y="4245"/>
                    <a:pt x="1126" y="4249"/>
                    <a:pt x="1130" y="4258"/>
                  </a:cubicBezTo>
                  <a:cubicBezTo>
                    <a:pt x="1151" y="4284"/>
                    <a:pt x="1173" y="4310"/>
                    <a:pt x="1195" y="4336"/>
                  </a:cubicBezTo>
                  <a:cubicBezTo>
                    <a:pt x="1203" y="4344"/>
                    <a:pt x="1212" y="4353"/>
                    <a:pt x="1216" y="4362"/>
                  </a:cubicBezTo>
                  <a:cubicBezTo>
                    <a:pt x="1238" y="4388"/>
                    <a:pt x="1260" y="4409"/>
                    <a:pt x="1281" y="4435"/>
                  </a:cubicBezTo>
                  <a:cubicBezTo>
                    <a:pt x="1290" y="4444"/>
                    <a:pt x="1299" y="4452"/>
                    <a:pt x="1307" y="4461"/>
                  </a:cubicBezTo>
                  <a:cubicBezTo>
                    <a:pt x="1329" y="4487"/>
                    <a:pt x="1346" y="4509"/>
                    <a:pt x="1368" y="4530"/>
                  </a:cubicBezTo>
                  <a:cubicBezTo>
                    <a:pt x="1381" y="4539"/>
                    <a:pt x="1389" y="4552"/>
                    <a:pt x="1398" y="4561"/>
                  </a:cubicBezTo>
                  <a:cubicBezTo>
                    <a:pt x="1420" y="4582"/>
                    <a:pt x="1437" y="4604"/>
                    <a:pt x="1459" y="4625"/>
                  </a:cubicBezTo>
                  <a:cubicBezTo>
                    <a:pt x="1472" y="4634"/>
                    <a:pt x="1480" y="4647"/>
                    <a:pt x="1489" y="4656"/>
                  </a:cubicBezTo>
                  <a:cubicBezTo>
                    <a:pt x="1511" y="4677"/>
                    <a:pt x="1532" y="4695"/>
                    <a:pt x="1554" y="4716"/>
                  </a:cubicBezTo>
                  <a:cubicBezTo>
                    <a:pt x="1562" y="4729"/>
                    <a:pt x="1575" y="4738"/>
                    <a:pt x="1584" y="4747"/>
                  </a:cubicBezTo>
                  <a:cubicBezTo>
                    <a:pt x="1606" y="4768"/>
                    <a:pt x="1627" y="4786"/>
                    <a:pt x="1649" y="4807"/>
                  </a:cubicBezTo>
                  <a:cubicBezTo>
                    <a:pt x="1662" y="4816"/>
                    <a:pt x="1671" y="4829"/>
                    <a:pt x="1684" y="4837"/>
                  </a:cubicBezTo>
                  <a:cubicBezTo>
                    <a:pt x="1705" y="4855"/>
                    <a:pt x="1727" y="4876"/>
                    <a:pt x="1749" y="4894"/>
                  </a:cubicBezTo>
                  <a:cubicBezTo>
                    <a:pt x="1762" y="4907"/>
                    <a:pt x="1770" y="4915"/>
                    <a:pt x="1783" y="4924"/>
                  </a:cubicBezTo>
                  <a:cubicBezTo>
                    <a:pt x="1805" y="4941"/>
                    <a:pt x="1826" y="4963"/>
                    <a:pt x="1852" y="4980"/>
                  </a:cubicBezTo>
                  <a:cubicBezTo>
                    <a:pt x="1861" y="4989"/>
                    <a:pt x="1870" y="4998"/>
                    <a:pt x="1883" y="5006"/>
                  </a:cubicBezTo>
                  <a:cubicBezTo>
                    <a:pt x="1909" y="5028"/>
                    <a:pt x="1930" y="5049"/>
                    <a:pt x="1956" y="5067"/>
                  </a:cubicBezTo>
                  <a:cubicBezTo>
                    <a:pt x="1965" y="5075"/>
                    <a:pt x="1973" y="5084"/>
                    <a:pt x="1986" y="5088"/>
                  </a:cubicBezTo>
                  <a:cubicBezTo>
                    <a:pt x="2012" y="5110"/>
                    <a:pt x="2038" y="5132"/>
                    <a:pt x="2064" y="5149"/>
                  </a:cubicBezTo>
                  <a:cubicBezTo>
                    <a:pt x="2073" y="5158"/>
                    <a:pt x="2082" y="5162"/>
                    <a:pt x="2090" y="5171"/>
                  </a:cubicBezTo>
                  <a:cubicBezTo>
                    <a:pt x="2121" y="5192"/>
                    <a:pt x="2155" y="5214"/>
                    <a:pt x="2185" y="5236"/>
                  </a:cubicBezTo>
                  <a:cubicBezTo>
                    <a:pt x="2190" y="5240"/>
                    <a:pt x="2194" y="5244"/>
                    <a:pt x="2198" y="5244"/>
                  </a:cubicBezTo>
                  <a:cubicBezTo>
                    <a:pt x="2194" y="4902"/>
                    <a:pt x="2211" y="4556"/>
                    <a:pt x="2255" y="4206"/>
                  </a:cubicBezTo>
                  <a:cubicBezTo>
                    <a:pt x="2428" y="2830"/>
                    <a:pt x="2956" y="1424"/>
                    <a:pt x="3635" y="161"/>
                  </a:cubicBezTo>
                  <a:cubicBezTo>
                    <a:pt x="3361" y="49"/>
                    <a:pt x="3091" y="0"/>
                    <a:pt x="2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-1458153" y="1516389"/>
              <a:ext cx="247351" cy="294693"/>
            </a:xfrm>
            <a:custGeom>
              <a:rect b="b" l="l" r="r" t="t"/>
              <a:pathLst>
                <a:path extrusionOk="0" h="6841" w="5742">
                  <a:moveTo>
                    <a:pt x="568" y="1"/>
                  </a:moveTo>
                  <a:cubicBezTo>
                    <a:pt x="373" y="295"/>
                    <a:pt x="183" y="606"/>
                    <a:pt x="1" y="927"/>
                  </a:cubicBezTo>
                  <a:cubicBezTo>
                    <a:pt x="1489" y="1770"/>
                    <a:pt x="2151" y="4600"/>
                    <a:pt x="2623" y="6611"/>
                  </a:cubicBezTo>
                  <a:cubicBezTo>
                    <a:pt x="2640" y="6689"/>
                    <a:pt x="2662" y="6767"/>
                    <a:pt x="2679" y="6841"/>
                  </a:cubicBezTo>
                  <a:cubicBezTo>
                    <a:pt x="2921" y="6767"/>
                    <a:pt x="3159" y="6672"/>
                    <a:pt x="3384" y="6564"/>
                  </a:cubicBezTo>
                  <a:lnTo>
                    <a:pt x="3388" y="6564"/>
                  </a:lnTo>
                  <a:cubicBezTo>
                    <a:pt x="3423" y="6547"/>
                    <a:pt x="3462" y="6529"/>
                    <a:pt x="3501" y="6508"/>
                  </a:cubicBezTo>
                  <a:cubicBezTo>
                    <a:pt x="3540" y="6490"/>
                    <a:pt x="3574" y="6469"/>
                    <a:pt x="3613" y="6451"/>
                  </a:cubicBezTo>
                  <a:cubicBezTo>
                    <a:pt x="3613" y="6451"/>
                    <a:pt x="3613" y="6447"/>
                    <a:pt x="3613" y="6447"/>
                  </a:cubicBezTo>
                  <a:cubicBezTo>
                    <a:pt x="3648" y="6430"/>
                    <a:pt x="3687" y="6408"/>
                    <a:pt x="3722" y="6386"/>
                  </a:cubicBezTo>
                  <a:lnTo>
                    <a:pt x="3726" y="6386"/>
                  </a:lnTo>
                  <a:cubicBezTo>
                    <a:pt x="3760" y="6365"/>
                    <a:pt x="3795" y="6347"/>
                    <a:pt x="3830" y="6326"/>
                  </a:cubicBezTo>
                  <a:cubicBezTo>
                    <a:pt x="3830" y="6326"/>
                    <a:pt x="3834" y="6322"/>
                    <a:pt x="3834" y="6322"/>
                  </a:cubicBezTo>
                  <a:cubicBezTo>
                    <a:pt x="3869" y="6300"/>
                    <a:pt x="3903" y="6278"/>
                    <a:pt x="3938" y="6257"/>
                  </a:cubicBezTo>
                  <a:lnTo>
                    <a:pt x="3942" y="6257"/>
                  </a:lnTo>
                  <a:cubicBezTo>
                    <a:pt x="3977" y="6235"/>
                    <a:pt x="4011" y="6209"/>
                    <a:pt x="4046" y="6187"/>
                  </a:cubicBezTo>
                  <a:cubicBezTo>
                    <a:pt x="4081" y="6166"/>
                    <a:pt x="4115" y="6140"/>
                    <a:pt x="4150" y="6118"/>
                  </a:cubicBezTo>
                  <a:cubicBezTo>
                    <a:pt x="4150" y="6118"/>
                    <a:pt x="4150" y="6114"/>
                    <a:pt x="4150" y="6114"/>
                  </a:cubicBezTo>
                  <a:cubicBezTo>
                    <a:pt x="4184" y="6092"/>
                    <a:pt x="4219" y="6066"/>
                    <a:pt x="4249" y="6045"/>
                  </a:cubicBezTo>
                  <a:cubicBezTo>
                    <a:pt x="4254" y="6040"/>
                    <a:pt x="4254" y="6040"/>
                    <a:pt x="4254" y="6040"/>
                  </a:cubicBezTo>
                  <a:cubicBezTo>
                    <a:pt x="4288" y="6014"/>
                    <a:pt x="4319" y="5993"/>
                    <a:pt x="4353" y="5967"/>
                  </a:cubicBezTo>
                  <a:cubicBezTo>
                    <a:pt x="4353" y="5967"/>
                    <a:pt x="4353" y="5962"/>
                    <a:pt x="4353" y="5962"/>
                  </a:cubicBezTo>
                  <a:cubicBezTo>
                    <a:pt x="4388" y="5936"/>
                    <a:pt x="4418" y="5911"/>
                    <a:pt x="4448" y="5889"/>
                  </a:cubicBezTo>
                  <a:cubicBezTo>
                    <a:pt x="4453" y="5885"/>
                    <a:pt x="4453" y="5885"/>
                    <a:pt x="4453" y="5885"/>
                  </a:cubicBezTo>
                  <a:cubicBezTo>
                    <a:pt x="4487" y="5859"/>
                    <a:pt x="4518" y="5833"/>
                    <a:pt x="4548" y="5807"/>
                  </a:cubicBezTo>
                  <a:cubicBezTo>
                    <a:pt x="4548" y="5802"/>
                    <a:pt x="4548" y="5802"/>
                    <a:pt x="4552" y="5802"/>
                  </a:cubicBezTo>
                  <a:cubicBezTo>
                    <a:pt x="4583" y="5776"/>
                    <a:pt x="4613" y="5750"/>
                    <a:pt x="4643" y="5720"/>
                  </a:cubicBezTo>
                  <a:lnTo>
                    <a:pt x="4647" y="5720"/>
                  </a:lnTo>
                  <a:cubicBezTo>
                    <a:pt x="4678" y="5690"/>
                    <a:pt x="4704" y="5664"/>
                    <a:pt x="4734" y="5634"/>
                  </a:cubicBezTo>
                  <a:lnTo>
                    <a:pt x="4738" y="5634"/>
                  </a:lnTo>
                  <a:cubicBezTo>
                    <a:pt x="4769" y="5603"/>
                    <a:pt x="4799" y="5573"/>
                    <a:pt x="4825" y="5547"/>
                  </a:cubicBezTo>
                  <a:cubicBezTo>
                    <a:pt x="4829" y="5547"/>
                    <a:pt x="4829" y="5543"/>
                    <a:pt x="4829" y="5543"/>
                  </a:cubicBezTo>
                  <a:cubicBezTo>
                    <a:pt x="4859" y="5513"/>
                    <a:pt x="4885" y="5487"/>
                    <a:pt x="4916" y="5456"/>
                  </a:cubicBezTo>
                  <a:cubicBezTo>
                    <a:pt x="4916" y="5452"/>
                    <a:pt x="4916" y="5452"/>
                    <a:pt x="4920" y="5452"/>
                  </a:cubicBezTo>
                  <a:cubicBezTo>
                    <a:pt x="4946" y="5422"/>
                    <a:pt x="4976" y="5391"/>
                    <a:pt x="5002" y="5361"/>
                  </a:cubicBezTo>
                  <a:lnTo>
                    <a:pt x="5006" y="5361"/>
                  </a:lnTo>
                  <a:cubicBezTo>
                    <a:pt x="5032" y="5331"/>
                    <a:pt x="5058" y="5296"/>
                    <a:pt x="5089" y="5266"/>
                  </a:cubicBezTo>
                  <a:cubicBezTo>
                    <a:pt x="5115" y="5231"/>
                    <a:pt x="5145" y="5201"/>
                    <a:pt x="5171" y="5166"/>
                  </a:cubicBezTo>
                  <a:cubicBezTo>
                    <a:pt x="5197" y="5136"/>
                    <a:pt x="5223" y="5101"/>
                    <a:pt x="5249" y="5067"/>
                  </a:cubicBezTo>
                  <a:lnTo>
                    <a:pt x="5253" y="5067"/>
                  </a:lnTo>
                  <a:cubicBezTo>
                    <a:pt x="5279" y="5032"/>
                    <a:pt x="5305" y="4998"/>
                    <a:pt x="5327" y="4967"/>
                  </a:cubicBezTo>
                  <a:cubicBezTo>
                    <a:pt x="5331" y="4967"/>
                    <a:pt x="5331" y="4963"/>
                    <a:pt x="5331" y="4963"/>
                  </a:cubicBezTo>
                  <a:cubicBezTo>
                    <a:pt x="5353" y="4933"/>
                    <a:pt x="5379" y="4898"/>
                    <a:pt x="5405" y="4864"/>
                  </a:cubicBezTo>
                  <a:cubicBezTo>
                    <a:pt x="5405" y="4859"/>
                    <a:pt x="5405" y="4859"/>
                    <a:pt x="5405" y="4859"/>
                  </a:cubicBezTo>
                  <a:cubicBezTo>
                    <a:pt x="5430" y="4825"/>
                    <a:pt x="5452" y="4790"/>
                    <a:pt x="5478" y="4755"/>
                  </a:cubicBezTo>
                  <a:cubicBezTo>
                    <a:pt x="5573" y="4613"/>
                    <a:pt x="5660" y="4466"/>
                    <a:pt x="5742" y="4310"/>
                  </a:cubicBezTo>
                  <a:cubicBezTo>
                    <a:pt x="4738" y="2385"/>
                    <a:pt x="2679" y="944"/>
                    <a:pt x="602" y="14"/>
                  </a:cubicBezTo>
                  <a:cubicBezTo>
                    <a:pt x="589" y="9"/>
                    <a:pt x="576" y="5"/>
                    <a:pt x="5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-1525398" y="1567480"/>
              <a:ext cx="170199" cy="253856"/>
            </a:xfrm>
            <a:custGeom>
              <a:rect b="b" l="l" r="r" t="t"/>
              <a:pathLst>
                <a:path extrusionOk="0" h="5893" w="3951">
                  <a:moveTo>
                    <a:pt x="1419" y="0"/>
                  </a:moveTo>
                  <a:cubicBezTo>
                    <a:pt x="753" y="1242"/>
                    <a:pt x="234" y="2613"/>
                    <a:pt x="69" y="3959"/>
                  </a:cubicBezTo>
                  <a:cubicBezTo>
                    <a:pt x="17" y="4361"/>
                    <a:pt x="0" y="4759"/>
                    <a:pt x="17" y="5153"/>
                  </a:cubicBezTo>
                  <a:cubicBezTo>
                    <a:pt x="43" y="5170"/>
                    <a:pt x="65" y="5183"/>
                    <a:pt x="91" y="5200"/>
                  </a:cubicBezTo>
                  <a:cubicBezTo>
                    <a:pt x="100" y="5200"/>
                    <a:pt x="104" y="5205"/>
                    <a:pt x="112" y="5209"/>
                  </a:cubicBezTo>
                  <a:cubicBezTo>
                    <a:pt x="134" y="5222"/>
                    <a:pt x="160" y="5235"/>
                    <a:pt x="186" y="5252"/>
                  </a:cubicBezTo>
                  <a:cubicBezTo>
                    <a:pt x="190" y="5252"/>
                    <a:pt x="195" y="5252"/>
                    <a:pt x="195" y="5257"/>
                  </a:cubicBezTo>
                  <a:cubicBezTo>
                    <a:pt x="251" y="5287"/>
                    <a:pt x="307" y="5313"/>
                    <a:pt x="359" y="5343"/>
                  </a:cubicBezTo>
                  <a:lnTo>
                    <a:pt x="363" y="5343"/>
                  </a:lnTo>
                  <a:cubicBezTo>
                    <a:pt x="385" y="5356"/>
                    <a:pt x="411" y="5365"/>
                    <a:pt x="433" y="5378"/>
                  </a:cubicBezTo>
                  <a:cubicBezTo>
                    <a:pt x="446" y="5382"/>
                    <a:pt x="459" y="5386"/>
                    <a:pt x="467" y="5395"/>
                  </a:cubicBezTo>
                  <a:cubicBezTo>
                    <a:pt x="489" y="5404"/>
                    <a:pt x="511" y="5412"/>
                    <a:pt x="532" y="5421"/>
                  </a:cubicBezTo>
                  <a:cubicBezTo>
                    <a:pt x="545" y="5430"/>
                    <a:pt x="558" y="5434"/>
                    <a:pt x="575" y="5443"/>
                  </a:cubicBezTo>
                  <a:cubicBezTo>
                    <a:pt x="601" y="5456"/>
                    <a:pt x="632" y="5464"/>
                    <a:pt x="658" y="5477"/>
                  </a:cubicBezTo>
                  <a:cubicBezTo>
                    <a:pt x="684" y="5490"/>
                    <a:pt x="705" y="5499"/>
                    <a:pt x="731" y="5508"/>
                  </a:cubicBezTo>
                  <a:cubicBezTo>
                    <a:pt x="748" y="5516"/>
                    <a:pt x="766" y="5521"/>
                    <a:pt x="783" y="5529"/>
                  </a:cubicBezTo>
                  <a:cubicBezTo>
                    <a:pt x="805" y="5538"/>
                    <a:pt x="822" y="5542"/>
                    <a:pt x="844" y="5551"/>
                  </a:cubicBezTo>
                  <a:cubicBezTo>
                    <a:pt x="861" y="5560"/>
                    <a:pt x="874" y="5564"/>
                    <a:pt x="891" y="5568"/>
                  </a:cubicBezTo>
                  <a:cubicBezTo>
                    <a:pt x="913" y="5577"/>
                    <a:pt x="939" y="5585"/>
                    <a:pt x="960" y="5594"/>
                  </a:cubicBezTo>
                  <a:cubicBezTo>
                    <a:pt x="973" y="5598"/>
                    <a:pt x="991" y="5603"/>
                    <a:pt x="1004" y="5611"/>
                  </a:cubicBezTo>
                  <a:cubicBezTo>
                    <a:pt x="1038" y="5620"/>
                    <a:pt x="1077" y="5633"/>
                    <a:pt x="1112" y="5646"/>
                  </a:cubicBezTo>
                  <a:cubicBezTo>
                    <a:pt x="1121" y="5650"/>
                    <a:pt x="1129" y="5650"/>
                    <a:pt x="1142" y="5655"/>
                  </a:cubicBezTo>
                  <a:cubicBezTo>
                    <a:pt x="1168" y="5663"/>
                    <a:pt x="1198" y="5672"/>
                    <a:pt x="1229" y="5681"/>
                  </a:cubicBezTo>
                  <a:cubicBezTo>
                    <a:pt x="1242" y="5685"/>
                    <a:pt x="1255" y="5689"/>
                    <a:pt x="1268" y="5694"/>
                  </a:cubicBezTo>
                  <a:cubicBezTo>
                    <a:pt x="1294" y="5698"/>
                    <a:pt x="1324" y="5707"/>
                    <a:pt x="1350" y="5715"/>
                  </a:cubicBezTo>
                  <a:cubicBezTo>
                    <a:pt x="1363" y="5720"/>
                    <a:pt x="1376" y="5720"/>
                    <a:pt x="1389" y="5724"/>
                  </a:cubicBezTo>
                  <a:cubicBezTo>
                    <a:pt x="1428" y="5733"/>
                    <a:pt x="1467" y="5746"/>
                    <a:pt x="1506" y="5754"/>
                  </a:cubicBezTo>
                  <a:cubicBezTo>
                    <a:pt x="1553" y="5763"/>
                    <a:pt x="1601" y="5776"/>
                    <a:pt x="1653" y="5784"/>
                  </a:cubicBezTo>
                  <a:cubicBezTo>
                    <a:pt x="1666" y="5789"/>
                    <a:pt x="1683" y="5789"/>
                    <a:pt x="1696" y="5793"/>
                  </a:cubicBezTo>
                  <a:cubicBezTo>
                    <a:pt x="1731" y="5802"/>
                    <a:pt x="1765" y="5806"/>
                    <a:pt x="1795" y="5810"/>
                  </a:cubicBezTo>
                  <a:cubicBezTo>
                    <a:pt x="1817" y="5815"/>
                    <a:pt x="1834" y="5819"/>
                    <a:pt x="1852" y="5823"/>
                  </a:cubicBezTo>
                  <a:cubicBezTo>
                    <a:pt x="1882" y="5828"/>
                    <a:pt x="1912" y="5832"/>
                    <a:pt x="1943" y="5836"/>
                  </a:cubicBezTo>
                  <a:cubicBezTo>
                    <a:pt x="1964" y="5836"/>
                    <a:pt x="1982" y="5841"/>
                    <a:pt x="1999" y="5845"/>
                  </a:cubicBezTo>
                  <a:cubicBezTo>
                    <a:pt x="2033" y="5849"/>
                    <a:pt x="2064" y="5854"/>
                    <a:pt x="2094" y="5854"/>
                  </a:cubicBezTo>
                  <a:cubicBezTo>
                    <a:pt x="2111" y="5858"/>
                    <a:pt x="2129" y="5858"/>
                    <a:pt x="2146" y="5862"/>
                  </a:cubicBezTo>
                  <a:cubicBezTo>
                    <a:pt x="2185" y="5867"/>
                    <a:pt x="2224" y="5871"/>
                    <a:pt x="2263" y="5871"/>
                  </a:cubicBezTo>
                  <a:cubicBezTo>
                    <a:pt x="2271" y="5871"/>
                    <a:pt x="2280" y="5875"/>
                    <a:pt x="2289" y="5875"/>
                  </a:cubicBezTo>
                  <a:cubicBezTo>
                    <a:pt x="2336" y="5880"/>
                    <a:pt x="2388" y="5880"/>
                    <a:pt x="2436" y="5884"/>
                  </a:cubicBezTo>
                  <a:lnTo>
                    <a:pt x="2475" y="5884"/>
                  </a:lnTo>
                  <a:cubicBezTo>
                    <a:pt x="2509" y="5888"/>
                    <a:pt x="2544" y="5888"/>
                    <a:pt x="2579" y="5888"/>
                  </a:cubicBezTo>
                  <a:lnTo>
                    <a:pt x="2630" y="5888"/>
                  </a:lnTo>
                  <a:cubicBezTo>
                    <a:pt x="2661" y="5888"/>
                    <a:pt x="2691" y="5893"/>
                    <a:pt x="2721" y="5893"/>
                  </a:cubicBezTo>
                  <a:cubicBezTo>
                    <a:pt x="2743" y="5888"/>
                    <a:pt x="2760" y="5888"/>
                    <a:pt x="2778" y="5888"/>
                  </a:cubicBezTo>
                  <a:lnTo>
                    <a:pt x="2868" y="5888"/>
                  </a:lnTo>
                  <a:cubicBezTo>
                    <a:pt x="2886" y="5888"/>
                    <a:pt x="2903" y="5888"/>
                    <a:pt x="2920" y="5884"/>
                  </a:cubicBezTo>
                  <a:cubicBezTo>
                    <a:pt x="2955" y="5884"/>
                    <a:pt x="2990" y="5884"/>
                    <a:pt x="3024" y="5880"/>
                  </a:cubicBezTo>
                  <a:lnTo>
                    <a:pt x="3063" y="5880"/>
                  </a:lnTo>
                  <a:cubicBezTo>
                    <a:pt x="3111" y="5875"/>
                    <a:pt x="3158" y="5871"/>
                    <a:pt x="3206" y="5867"/>
                  </a:cubicBezTo>
                  <a:cubicBezTo>
                    <a:pt x="3215" y="5867"/>
                    <a:pt x="3223" y="5862"/>
                    <a:pt x="3232" y="5862"/>
                  </a:cubicBezTo>
                  <a:cubicBezTo>
                    <a:pt x="3271" y="5858"/>
                    <a:pt x="3310" y="5854"/>
                    <a:pt x="3344" y="5849"/>
                  </a:cubicBezTo>
                  <a:cubicBezTo>
                    <a:pt x="3362" y="5849"/>
                    <a:pt x="3379" y="5845"/>
                    <a:pt x="3396" y="5845"/>
                  </a:cubicBezTo>
                  <a:cubicBezTo>
                    <a:pt x="3427" y="5841"/>
                    <a:pt x="3457" y="5836"/>
                    <a:pt x="3487" y="5832"/>
                  </a:cubicBezTo>
                  <a:cubicBezTo>
                    <a:pt x="3504" y="5828"/>
                    <a:pt x="3522" y="5823"/>
                    <a:pt x="3539" y="5823"/>
                  </a:cubicBezTo>
                  <a:cubicBezTo>
                    <a:pt x="3569" y="5815"/>
                    <a:pt x="3595" y="5810"/>
                    <a:pt x="3626" y="5806"/>
                  </a:cubicBezTo>
                  <a:cubicBezTo>
                    <a:pt x="3643" y="5802"/>
                    <a:pt x="3660" y="5802"/>
                    <a:pt x="3677" y="5797"/>
                  </a:cubicBezTo>
                  <a:cubicBezTo>
                    <a:pt x="3708" y="5789"/>
                    <a:pt x="3738" y="5784"/>
                    <a:pt x="3768" y="5780"/>
                  </a:cubicBezTo>
                  <a:cubicBezTo>
                    <a:pt x="3786" y="5776"/>
                    <a:pt x="3803" y="5772"/>
                    <a:pt x="3816" y="5767"/>
                  </a:cubicBezTo>
                  <a:cubicBezTo>
                    <a:pt x="3859" y="5759"/>
                    <a:pt x="3902" y="5750"/>
                    <a:pt x="3941" y="5737"/>
                  </a:cubicBezTo>
                  <a:lnTo>
                    <a:pt x="3950" y="5737"/>
                  </a:lnTo>
                  <a:cubicBezTo>
                    <a:pt x="3933" y="5659"/>
                    <a:pt x="3915" y="5577"/>
                    <a:pt x="3894" y="5495"/>
                  </a:cubicBezTo>
                  <a:cubicBezTo>
                    <a:pt x="3435" y="3535"/>
                    <a:pt x="2791" y="779"/>
                    <a:pt x="1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-1585622" y="1381641"/>
              <a:ext cx="174292" cy="118765"/>
            </a:xfrm>
            <a:custGeom>
              <a:rect b="b" l="l" r="r" t="t"/>
              <a:pathLst>
                <a:path extrusionOk="0" h="2757" w="4046">
                  <a:moveTo>
                    <a:pt x="2493" y="1"/>
                  </a:moveTo>
                  <a:cubicBezTo>
                    <a:pt x="2432" y="18"/>
                    <a:pt x="2371" y="40"/>
                    <a:pt x="2311" y="61"/>
                  </a:cubicBezTo>
                  <a:lnTo>
                    <a:pt x="2307" y="61"/>
                  </a:lnTo>
                  <a:cubicBezTo>
                    <a:pt x="2190" y="105"/>
                    <a:pt x="2073" y="152"/>
                    <a:pt x="1960" y="204"/>
                  </a:cubicBezTo>
                  <a:cubicBezTo>
                    <a:pt x="1956" y="204"/>
                    <a:pt x="1952" y="208"/>
                    <a:pt x="1947" y="208"/>
                  </a:cubicBezTo>
                  <a:cubicBezTo>
                    <a:pt x="1835" y="260"/>
                    <a:pt x="1727" y="312"/>
                    <a:pt x="1614" y="373"/>
                  </a:cubicBezTo>
                  <a:cubicBezTo>
                    <a:pt x="1610" y="373"/>
                    <a:pt x="1610" y="377"/>
                    <a:pt x="1606" y="377"/>
                  </a:cubicBezTo>
                  <a:cubicBezTo>
                    <a:pt x="1498" y="438"/>
                    <a:pt x="1389" y="498"/>
                    <a:pt x="1286" y="567"/>
                  </a:cubicBezTo>
                  <a:cubicBezTo>
                    <a:pt x="1281" y="567"/>
                    <a:pt x="1277" y="572"/>
                    <a:pt x="1273" y="572"/>
                  </a:cubicBezTo>
                  <a:cubicBezTo>
                    <a:pt x="1169" y="641"/>
                    <a:pt x="1069" y="710"/>
                    <a:pt x="970" y="784"/>
                  </a:cubicBezTo>
                  <a:cubicBezTo>
                    <a:pt x="965" y="784"/>
                    <a:pt x="965" y="788"/>
                    <a:pt x="961" y="792"/>
                  </a:cubicBezTo>
                  <a:cubicBezTo>
                    <a:pt x="862" y="866"/>
                    <a:pt x="766" y="944"/>
                    <a:pt x="671" y="1022"/>
                  </a:cubicBezTo>
                  <a:cubicBezTo>
                    <a:pt x="667" y="1026"/>
                    <a:pt x="667" y="1030"/>
                    <a:pt x="663" y="1030"/>
                  </a:cubicBezTo>
                  <a:cubicBezTo>
                    <a:pt x="567" y="1113"/>
                    <a:pt x="476" y="1195"/>
                    <a:pt x="390" y="1286"/>
                  </a:cubicBezTo>
                  <a:cubicBezTo>
                    <a:pt x="386" y="1286"/>
                    <a:pt x="386" y="1290"/>
                    <a:pt x="381" y="1294"/>
                  </a:cubicBezTo>
                  <a:cubicBezTo>
                    <a:pt x="295" y="1381"/>
                    <a:pt x="208" y="1472"/>
                    <a:pt x="126" y="1567"/>
                  </a:cubicBezTo>
                  <a:cubicBezTo>
                    <a:pt x="126" y="1571"/>
                    <a:pt x="122" y="1571"/>
                    <a:pt x="122" y="1576"/>
                  </a:cubicBezTo>
                  <a:cubicBezTo>
                    <a:pt x="78" y="1623"/>
                    <a:pt x="40" y="1671"/>
                    <a:pt x="1" y="1723"/>
                  </a:cubicBezTo>
                  <a:cubicBezTo>
                    <a:pt x="1000" y="1891"/>
                    <a:pt x="2207" y="2237"/>
                    <a:pt x="3418" y="2757"/>
                  </a:cubicBezTo>
                  <a:cubicBezTo>
                    <a:pt x="3509" y="2618"/>
                    <a:pt x="3604" y="2488"/>
                    <a:pt x="3695" y="2359"/>
                  </a:cubicBezTo>
                  <a:cubicBezTo>
                    <a:pt x="3812" y="2199"/>
                    <a:pt x="3929" y="2043"/>
                    <a:pt x="4046" y="1891"/>
                  </a:cubicBezTo>
                  <a:cubicBezTo>
                    <a:pt x="2899" y="1286"/>
                    <a:pt x="2540" y="611"/>
                    <a:pt x="24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-1465045" y="1370828"/>
              <a:ext cx="130869" cy="82063"/>
            </a:xfrm>
            <a:custGeom>
              <a:rect b="b" l="l" r="r" t="t"/>
              <a:pathLst>
                <a:path extrusionOk="0" h="1905" w="3038">
                  <a:moveTo>
                    <a:pt x="1204" y="1"/>
                  </a:moveTo>
                  <a:cubicBezTo>
                    <a:pt x="1160" y="1"/>
                    <a:pt x="1117" y="1"/>
                    <a:pt x="1074" y="5"/>
                  </a:cubicBezTo>
                  <a:lnTo>
                    <a:pt x="1061" y="5"/>
                  </a:lnTo>
                  <a:cubicBezTo>
                    <a:pt x="957" y="9"/>
                    <a:pt x="857" y="18"/>
                    <a:pt x="758" y="27"/>
                  </a:cubicBezTo>
                  <a:lnTo>
                    <a:pt x="745" y="27"/>
                  </a:lnTo>
                  <a:cubicBezTo>
                    <a:pt x="702" y="31"/>
                    <a:pt x="654" y="40"/>
                    <a:pt x="611" y="44"/>
                  </a:cubicBezTo>
                  <a:cubicBezTo>
                    <a:pt x="602" y="44"/>
                    <a:pt x="598" y="44"/>
                    <a:pt x="589" y="48"/>
                  </a:cubicBezTo>
                  <a:cubicBezTo>
                    <a:pt x="546" y="53"/>
                    <a:pt x="503" y="57"/>
                    <a:pt x="459" y="66"/>
                  </a:cubicBezTo>
                  <a:cubicBezTo>
                    <a:pt x="455" y="66"/>
                    <a:pt x="446" y="66"/>
                    <a:pt x="442" y="70"/>
                  </a:cubicBezTo>
                  <a:cubicBezTo>
                    <a:pt x="295" y="92"/>
                    <a:pt x="148" y="122"/>
                    <a:pt x="1" y="161"/>
                  </a:cubicBezTo>
                  <a:cubicBezTo>
                    <a:pt x="31" y="719"/>
                    <a:pt x="351" y="1346"/>
                    <a:pt x="1437" y="1904"/>
                  </a:cubicBezTo>
                  <a:cubicBezTo>
                    <a:pt x="1987" y="1234"/>
                    <a:pt x="2545" y="680"/>
                    <a:pt x="3038" y="299"/>
                  </a:cubicBezTo>
                  <a:cubicBezTo>
                    <a:pt x="2995" y="286"/>
                    <a:pt x="2947" y="269"/>
                    <a:pt x="2899" y="256"/>
                  </a:cubicBezTo>
                  <a:cubicBezTo>
                    <a:pt x="2856" y="239"/>
                    <a:pt x="2813" y="226"/>
                    <a:pt x="2770" y="213"/>
                  </a:cubicBezTo>
                  <a:lnTo>
                    <a:pt x="2761" y="213"/>
                  </a:lnTo>
                  <a:cubicBezTo>
                    <a:pt x="2718" y="200"/>
                    <a:pt x="2679" y="187"/>
                    <a:pt x="2640" y="178"/>
                  </a:cubicBezTo>
                  <a:cubicBezTo>
                    <a:pt x="2631" y="174"/>
                    <a:pt x="2627" y="174"/>
                    <a:pt x="2618" y="170"/>
                  </a:cubicBezTo>
                  <a:cubicBezTo>
                    <a:pt x="2571" y="161"/>
                    <a:pt x="2523" y="148"/>
                    <a:pt x="2480" y="135"/>
                  </a:cubicBezTo>
                  <a:cubicBezTo>
                    <a:pt x="2428" y="126"/>
                    <a:pt x="2380" y="113"/>
                    <a:pt x="2333" y="105"/>
                  </a:cubicBezTo>
                  <a:cubicBezTo>
                    <a:pt x="2315" y="100"/>
                    <a:pt x="2302" y="100"/>
                    <a:pt x="2285" y="96"/>
                  </a:cubicBezTo>
                  <a:cubicBezTo>
                    <a:pt x="2250" y="92"/>
                    <a:pt x="2216" y="83"/>
                    <a:pt x="2186" y="79"/>
                  </a:cubicBezTo>
                  <a:cubicBezTo>
                    <a:pt x="2168" y="74"/>
                    <a:pt x="2147" y="70"/>
                    <a:pt x="2129" y="70"/>
                  </a:cubicBezTo>
                  <a:cubicBezTo>
                    <a:pt x="2099" y="61"/>
                    <a:pt x="2064" y="57"/>
                    <a:pt x="2034" y="53"/>
                  </a:cubicBezTo>
                  <a:cubicBezTo>
                    <a:pt x="2017" y="53"/>
                    <a:pt x="2000" y="48"/>
                    <a:pt x="1982" y="44"/>
                  </a:cubicBezTo>
                  <a:cubicBezTo>
                    <a:pt x="1948" y="40"/>
                    <a:pt x="1913" y="35"/>
                    <a:pt x="1874" y="31"/>
                  </a:cubicBezTo>
                  <a:cubicBezTo>
                    <a:pt x="1861" y="31"/>
                    <a:pt x="1848" y="31"/>
                    <a:pt x="1835" y="27"/>
                  </a:cubicBezTo>
                  <a:cubicBezTo>
                    <a:pt x="1736" y="18"/>
                    <a:pt x="1636" y="9"/>
                    <a:pt x="1541" y="5"/>
                  </a:cubicBezTo>
                  <a:lnTo>
                    <a:pt x="1506" y="5"/>
                  </a:lnTo>
                  <a:cubicBezTo>
                    <a:pt x="1467" y="1"/>
                    <a:pt x="1428" y="1"/>
                    <a:pt x="13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-1391209" y="1389093"/>
              <a:ext cx="182476" cy="104808"/>
            </a:xfrm>
            <a:custGeom>
              <a:rect b="b" l="l" r="r" t="t"/>
              <a:pathLst>
                <a:path extrusionOk="0" h="2433" w="4236">
                  <a:moveTo>
                    <a:pt x="1640" y="1"/>
                  </a:moveTo>
                  <a:cubicBezTo>
                    <a:pt x="1151" y="351"/>
                    <a:pt x="580" y="909"/>
                    <a:pt x="0" y="1615"/>
                  </a:cubicBezTo>
                  <a:cubicBezTo>
                    <a:pt x="913" y="2017"/>
                    <a:pt x="1830" y="2108"/>
                    <a:pt x="2669" y="2190"/>
                  </a:cubicBezTo>
                  <a:cubicBezTo>
                    <a:pt x="3232" y="2242"/>
                    <a:pt x="3764" y="2294"/>
                    <a:pt x="4236" y="2432"/>
                  </a:cubicBezTo>
                  <a:cubicBezTo>
                    <a:pt x="4101" y="2168"/>
                    <a:pt x="3941" y="1913"/>
                    <a:pt x="3764" y="1675"/>
                  </a:cubicBezTo>
                  <a:cubicBezTo>
                    <a:pt x="3764" y="1671"/>
                    <a:pt x="3764" y="1671"/>
                    <a:pt x="3760" y="1671"/>
                  </a:cubicBezTo>
                  <a:cubicBezTo>
                    <a:pt x="3738" y="1640"/>
                    <a:pt x="3716" y="1615"/>
                    <a:pt x="3695" y="1584"/>
                  </a:cubicBezTo>
                  <a:cubicBezTo>
                    <a:pt x="3695" y="1584"/>
                    <a:pt x="3695" y="1580"/>
                    <a:pt x="3690" y="1580"/>
                  </a:cubicBezTo>
                  <a:cubicBezTo>
                    <a:pt x="3669" y="1550"/>
                    <a:pt x="3647" y="1524"/>
                    <a:pt x="3626" y="1498"/>
                  </a:cubicBezTo>
                  <a:cubicBezTo>
                    <a:pt x="3626" y="1493"/>
                    <a:pt x="3621" y="1493"/>
                    <a:pt x="3621" y="1489"/>
                  </a:cubicBezTo>
                  <a:cubicBezTo>
                    <a:pt x="3483" y="1320"/>
                    <a:pt x="3331" y="1160"/>
                    <a:pt x="3171" y="1009"/>
                  </a:cubicBezTo>
                  <a:cubicBezTo>
                    <a:pt x="3167" y="1004"/>
                    <a:pt x="3167" y="1000"/>
                    <a:pt x="3163" y="996"/>
                  </a:cubicBezTo>
                  <a:cubicBezTo>
                    <a:pt x="3141" y="979"/>
                    <a:pt x="3115" y="957"/>
                    <a:pt x="3093" y="935"/>
                  </a:cubicBezTo>
                  <a:cubicBezTo>
                    <a:pt x="3089" y="931"/>
                    <a:pt x="3080" y="922"/>
                    <a:pt x="3076" y="918"/>
                  </a:cubicBezTo>
                  <a:cubicBezTo>
                    <a:pt x="3054" y="896"/>
                    <a:pt x="3033" y="879"/>
                    <a:pt x="3011" y="862"/>
                  </a:cubicBezTo>
                  <a:cubicBezTo>
                    <a:pt x="3003" y="853"/>
                    <a:pt x="2994" y="844"/>
                    <a:pt x="2985" y="840"/>
                  </a:cubicBezTo>
                  <a:cubicBezTo>
                    <a:pt x="2964" y="818"/>
                    <a:pt x="2942" y="801"/>
                    <a:pt x="2920" y="784"/>
                  </a:cubicBezTo>
                  <a:cubicBezTo>
                    <a:pt x="2912" y="775"/>
                    <a:pt x="2903" y="771"/>
                    <a:pt x="2894" y="762"/>
                  </a:cubicBezTo>
                  <a:cubicBezTo>
                    <a:pt x="2873" y="745"/>
                    <a:pt x="2851" y="728"/>
                    <a:pt x="2829" y="710"/>
                  </a:cubicBezTo>
                  <a:cubicBezTo>
                    <a:pt x="2821" y="702"/>
                    <a:pt x="2812" y="697"/>
                    <a:pt x="2804" y="689"/>
                  </a:cubicBezTo>
                  <a:cubicBezTo>
                    <a:pt x="2782" y="671"/>
                    <a:pt x="2760" y="654"/>
                    <a:pt x="2734" y="637"/>
                  </a:cubicBezTo>
                  <a:cubicBezTo>
                    <a:pt x="2730" y="632"/>
                    <a:pt x="2721" y="624"/>
                    <a:pt x="2713" y="619"/>
                  </a:cubicBezTo>
                  <a:cubicBezTo>
                    <a:pt x="2609" y="542"/>
                    <a:pt x="2496" y="464"/>
                    <a:pt x="2384" y="394"/>
                  </a:cubicBezTo>
                  <a:cubicBezTo>
                    <a:pt x="2375" y="386"/>
                    <a:pt x="2362" y="377"/>
                    <a:pt x="2349" y="373"/>
                  </a:cubicBezTo>
                  <a:cubicBezTo>
                    <a:pt x="2332" y="360"/>
                    <a:pt x="2310" y="347"/>
                    <a:pt x="2289" y="334"/>
                  </a:cubicBezTo>
                  <a:cubicBezTo>
                    <a:pt x="2276" y="325"/>
                    <a:pt x="2263" y="317"/>
                    <a:pt x="2245" y="308"/>
                  </a:cubicBezTo>
                  <a:cubicBezTo>
                    <a:pt x="2228" y="295"/>
                    <a:pt x="2206" y="282"/>
                    <a:pt x="2185" y="273"/>
                  </a:cubicBezTo>
                  <a:cubicBezTo>
                    <a:pt x="2172" y="265"/>
                    <a:pt x="2155" y="256"/>
                    <a:pt x="2142" y="247"/>
                  </a:cubicBezTo>
                  <a:cubicBezTo>
                    <a:pt x="2120" y="234"/>
                    <a:pt x="2103" y="226"/>
                    <a:pt x="2081" y="213"/>
                  </a:cubicBezTo>
                  <a:cubicBezTo>
                    <a:pt x="2064" y="204"/>
                    <a:pt x="2051" y="195"/>
                    <a:pt x="2033" y="187"/>
                  </a:cubicBezTo>
                  <a:cubicBezTo>
                    <a:pt x="2016" y="178"/>
                    <a:pt x="1994" y="165"/>
                    <a:pt x="1973" y="157"/>
                  </a:cubicBezTo>
                  <a:cubicBezTo>
                    <a:pt x="1956" y="148"/>
                    <a:pt x="1943" y="139"/>
                    <a:pt x="1925" y="131"/>
                  </a:cubicBezTo>
                  <a:cubicBezTo>
                    <a:pt x="1904" y="122"/>
                    <a:pt x="1886" y="113"/>
                    <a:pt x="1865" y="100"/>
                  </a:cubicBezTo>
                  <a:cubicBezTo>
                    <a:pt x="1847" y="92"/>
                    <a:pt x="1830" y="87"/>
                    <a:pt x="1817" y="79"/>
                  </a:cubicBezTo>
                  <a:cubicBezTo>
                    <a:pt x="1795" y="70"/>
                    <a:pt x="1774" y="57"/>
                    <a:pt x="1752" y="48"/>
                  </a:cubicBezTo>
                  <a:cubicBezTo>
                    <a:pt x="1735" y="44"/>
                    <a:pt x="1722" y="35"/>
                    <a:pt x="1705" y="27"/>
                  </a:cubicBezTo>
                  <a:cubicBezTo>
                    <a:pt x="1683" y="18"/>
                    <a:pt x="1661" y="9"/>
                    <a:pt x="16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-1634645" y="1467194"/>
              <a:ext cx="189024" cy="143534"/>
            </a:xfrm>
            <a:custGeom>
              <a:rect b="b" l="l" r="r" t="t"/>
              <a:pathLst>
                <a:path extrusionOk="0" h="3332" w="4388">
                  <a:moveTo>
                    <a:pt x="940" y="1"/>
                  </a:moveTo>
                  <a:cubicBezTo>
                    <a:pt x="940" y="1"/>
                    <a:pt x="940" y="1"/>
                    <a:pt x="940" y="5"/>
                  </a:cubicBezTo>
                  <a:cubicBezTo>
                    <a:pt x="918" y="31"/>
                    <a:pt x="901" y="61"/>
                    <a:pt x="879" y="87"/>
                  </a:cubicBezTo>
                  <a:cubicBezTo>
                    <a:pt x="875" y="96"/>
                    <a:pt x="870" y="100"/>
                    <a:pt x="870" y="104"/>
                  </a:cubicBezTo>
                  <a:cubicBezTo>
                    <a:pt x="849" y="130"/>
                    <a:pt x="831" y="161"/>
                    <a:pt x="814" y="187"/>
                  </a:cubicBezTo>
                  <a:cubicBezTo>
                    <a:pt x="810" y="195"/>
                    <a:pt x="805" y="204"/>
                    <a:pt x="801" y="208"/>
                  </a:cubicBezTo>
                  <a:cubicBezTo>
                    <a:pt x="784" y="234"/>
                    <a:pt x="767" y="260"/>
                    <a:pt x="754" y="290"/>
                  </a:cubicBezTo>
                  <a:cubicBezTo>
                    <a:pt x="745" y="299"/>
                    <a:pt x="741" y="308"/>
                    <a:pt x="736" y="316"/>
                  </a:cubicBezTo>
                  <a:cubicBezTo>
                    <a:pt x="719" y="342"/>
                    <a:pt x="706" y="368"/>
                    <a:pt x="693" y="394"/>
                  </a:cubicBezTo>
                  <a:cubicBezTo>
                    <a:pt x="684" y="403"/>
                    <a:pt x="680" y="416"/>
                    <a:pt x="671" y="425"/>
                  </a:cubicBezTo>
                  <a:cubicBezTo>
                    <a:pt x="658" y="450"/>
                    <a:pt x="645" y="476"/>
                    <a:pt x="632" y="498"/>
                  </a:cubicBezTo>
                  <a:cubicBezTo>
                    <a:pt x="624" y="511"/>
                    <a:pt x="619" y="524"/>
                    <a:pt x="611" y="537"/>
                  </a:cubicBezTo>
                  <a:cubicBezTo>
                    <a:pt x="598" y="559"/>
                    <a:pt x="589" y="585"/>
                    <a:pt x="576" y="611"/>
                  </a:cubicBezTo>
                  <a:cubicBezTo>
                    <a:pt x="568" y="624"/>
                    <a:pt x="563" y="636"/>
                    <a:pt x="555" y="649"/>
                  </a:cubicBezTo>
                  <a:cubicBezTo>
                    <a:pt x="542" y="671"/>
                    <a:pt x="533" y="697"/>
                    <a:pt x="520" y="719"/>
                  </a:cubicBezTo>
                  <a:cubicBezTo>
                    <a:pt x="511" y="732"/>
                    <a:pt x="507" y="749"/>
                    <a:pt x="498" y="762"/>
                  </a:cubicBezTo>
                  <a:cubicBezTo>
                    <a:pt x="490" y="784"/>
                    <a:pt x="477" y="810"/>
                    <a:pt x="468" y="831"/>
                  </a:cubicBezTo>
                  <a:cubicBezTo>
                    <a:pt x="459" y="848"/>
                    <a:pt x="455" y="861"/>
                    <a:pt x="446" y="879"/>
                  </a:cubicBezTo>
                  <a:cubicBezTo>
                    <a:pt x="438" y="900"/>
                    <a:pt x="425" y="926"/>
                    <a:pt x="416" y="948"/>
                  </a:cubicBezTo>
                  <a:cubicBezTo>
                    <a:pt x="407" y="965"/>
                    <a:pt x="403" y="983"/>
                    <a:pt x="394" y="996"/>
                  </a:cubicBezTo>
                  <a:cubicBezTo>
                    <a:pt x="386" y="1022"/>
                    <a:pt x="377" y="1043"/>
                    <a:pt x="368" y="1065"/>
                  </a:cubicBezTo>
                  <a:cubicBezTo>
                    <a:pt x="360" y="1082"/>
                    <a:pt x="356" y="1099"/>
                    <a:pt x="347" y="1117"/>
                  </a:cubicBezTo>
                  <a:cubicBezTo>
                    <a:pt x="338" y="1138"/>
                    <a:pt x="330" y="1160"/>
                    <a:pt x="325" y="1182"/>
                  </a:cubicBezTo>
                  <a:cubicBezTo>
                    <a:pt x="317" y="1203"/>
                    <a:pt x="308" y="1221"/>
                    <a:pt x="304" y="1242"/>
                  </a:cubicBezTo>
                  <a:cubicBezTo>
                    <a:pt x="295" y="1264"/>
                    <a:pt x="286" y="1281"/>
                    <a:pt x="282" y="1303"/>
                  </a:cubicBezTo>
                  <a:cubicBezTo>
                    <a:pt x="273" y="1324"/>
                    <a:pt x="265" y="1346"/>
                    <a:pt x="260" y="1368"/>
                  </a:cubicBezTo>
                  <a:cubicBezTo>
                    <a:pt x="252" y="1385"/>
                    <a:pt x="247" y="1407"/>
                    <a:pt x="239" y="1424"/>
                  </a:cubicBezTo>
                  <a:cubicBezTo>
                    <a:pt x="234" y="1450"/>
                    <a:pt x="226" y="1471"/>
                    <a:pt x="221" y="1497"/>
                  </a:cubicBezTo>
                  <a:cubicBezTo>
                    <a:pt x="213" y="1515"/>
                    <a:pt x="208" y="1532"/>
                    <a:pt x="204" y="1549"/>
                  </a:cubicBezTo>
                  <a:cubicBezTo>
                    <a:pt x="195" y="1575"/>
                    <a:pt x="187" y="1606"/>
                    <a:pt x="182" y="1632"/>
                  </a:cubicBezTo>
                  <a:cubicBezTo>
                    <a:pt x="178" y="1645"/>
                    <a:pt x="174" y="1662"/>
                    <a:pt x="169" y="1675"/>
                  </a:cubicBezTo>
                  <a:cubicBezTo>
                    <a:pt x="156" y="1718"/>
                    <a:pt x="148" y="1761"/>
                    <a:pt x="139" y="1805"/>
                  </a:cubicBezTo>
                  <a:cubicBezTo>
                    <a:pt x="131" y="1844"/>
                    <a:pt x="122" y="1882"/>
                    <a:pt x="113" y="1921"/>
                  </a:cubicBezTo>
                  <a:cubicBezTo>
                    <a:pt x="109" y="1934"/>
                    <a:pt x="109" y="1943"/>
                    <a:pt x="105" y="1956"/>
                  </a:cubicBezTo>
                  <a:cubicBezTo>
                    <a:pt x="100" y="1986"/>
                    <a:pt x="92" y="2017"/>
                    <a:pt x="87" y="2043"/>
                  </a:cubicBezTo>
                  <a:cubicBezTo>
                    <a:pt x="87" y="2056"/>
                    <a:pt x="83" y="2069"/>
                    <a:pt x="83" y="2077"/>
                  </a:cubicBezTo>
                  <a:cubicBezTo>
                    <a:pt x="74" y="2116"/>
                    <a:pt x="70" y="2155"/>
                    <a:pt x="61" y="2194"/>
                  </a:cubicBezTo>
                  <a:cubicBezTo>
                    <a:pt x="61" y="2203"/>
                    <a:pt x="61" y="2216"/>
                    <a:pt x="57" y="2224"/>
                  </a:cubicBezTo>
                  <a:cubicBezTo>
                    <a:pt x="53" y="2255"/>
                    <a:pt x="48" y="2281"/>
                    <a:pt x="44" y="2306"/>
                  </a:cubicBezTo>
                  <a:cubicBezTo>
                    <a:pt x="44" y="2324"/>
                    <a:pt x="40" y="2341"/>
                    <a:pt x="40" y="2354"/>
                  </a:cubicBezTo>
                  <a:cubicBezTo>
                    <a:pt x="35" y="2380"/>
                    <a:pt x="35" y="2402"/>
                    <a:pt x="31" y="2423"/>
                  </a:cubicBezTo>
                  <a:cubicBezTo>
                    <a:pt x="31" y="2441"/>
                    <a:pt x="27" y="2458"/>
                    <a:pt x="27" y="2475"/>
                  </a:cubicBezTo>
                  <a:cubicBezTo>
                    <a:pt x="22" y="2510"/>
                    <a:pt x="18" y="2540"/>
                    <a:pt x="18" y="2575"/>
                  </a:cubicBezTo>
                  <a:cubicBezTo>
                    <a:pt x="14" y="2596"/>
                    <a:pt x="14" y="2618"/>
                    <a:pt x="14" y="2640"/>
                  </a:cubicBezTo>
                  <a:cubicBezTo>
                    <a:pt x="14" y="2653"/>
                    <a:pt x="9" y="2670"/>
                    <a:pt x="9" y="2687"/>
                  </a:cubicBezTo>
                  <a:cubicBezTo>
                    <a:pt x="9" y="2709"/>
                    <a:pt x="5" y="2730"/>
                    <a:pt x="5" y="2756"/>
                  </a:cubicBezTo>
                  <a:cubicBezTo>
                    <a:pt x="5" y="2765"/>
                    <a:pt x="5" y="2778"/>
                    <a:pt x="5" y="2791"/>
                  </a:cubicBezTo>
                  <a:cubicBezTo>
                    <a:pt x="1" y="2873"/>
                    <a:pt x="1" y="2955"/>
                    <a:pt x="1" y="3038"/>
                  </a:cubicBezTo>
                  <a:cubicBezTo>
                    <a:pt x="1" y="3046"/>
                    <a:pt x="1" y="3051"/>
                    <a:pt x="1" y="3059"/>
                  </a:cubicBezTo>
                  <a:cubicBezTo>
                    <a:pt x="1" y="3150"/>
                    <a:pt x="5" y="3241"/>
                    <a:pt x="9" y="3332"/>
                  </a:cubicBezTo>
                  <a:cubicBezTo>
                    <a:pt x="304" y="3012"/>
                    <a:pt x="645" y="2687"/>
                    <a:pt x="1026" y="2419"/>
                  </a:cubicBezTo>
                  <a:cubicBezTo>
                    <a:pt x="1577" y="2025"/>
                    <a:pt x="2205" y="1741"/>
                    <a:pt x="2877" y="1741"/>
                  </a:cubicBezTo>
                  <a:cubicBezTo>
                    <a:pt x="3186" y="1741"/>
                    <a:pt x="3505" y="1801"/>
                    <a:pt x="3830" y="1939"/>
                  </a:cubicBezTo>
                  <a:cubicBezTo>
                    <a:pt x="4007" y="1623"/>
                    <a:pt x="4193" y="1316"/>
                    <a:pt x="4388" y="1022"/>
                  </a:cubicBezTo>
                  <a:cubicBezTo>
                    <a:pt x="3150" y="498"/>
                    <a:pt x="1926" y="156"/>
                    <a:pt x="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4"/>
          <p:cNvSpPr/>
          <p:nvPr/>
        </p:nvSpPr>
        <p:spPr>
          <a:xfrm>
            <a:off x="-105231" y="1470554"/>
            <a:ext cx="2628" cy="15896"/>
          </a:xfrm>
          <a:custGeom>
            <a:rect b="b" l="l" r="r" t="t"/>
            <a:pathLst>
              <a:path extrusionOk="0" h="369" w="61">
                <a:moveTo>
                  <a:pt x="0" y="0"/>
                </a:moveTo>
                <a:cubicBezTo>
                  <a:pt x="0" y="1"/>
                  <a:pt x="13" y="135"/>
                  <a:pt x="35" y="368"/>
                </a:cubicBezTo>
                <a:cubicBezTo>
                  <a:pt x="43" y="368"/>
                  <a:pt x="52" y="368"/>
                  <a:pt x="61" y="3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4"/>
          <p:cNvGrpSpPr/>
          <p:nvPr/>
        </p:nvGrpSpPr>
        <p:grpSpPr>
          <a:xfrm>
            <a:off x="587837" y="2246033"/>
            <a:ext cx="517628" cy="646344"/>
            <a:chOff x="-107858" y="1272825"/>
            <a:chExt cx="517628" cy="646344"/>
          </a:xfrm>
        </p:grpSpPr>
        <p:sp>
          <p:nvSpPr>
            <p:cNvPr id="248" name="Google Shape;248;p4"/>
            <p:cNvSpPr/>
            <p:nvPr/>
          </p:nvSpPr>
          <p:spPr>
            <a:xfrm>
              <a:off x="65489" y="1272825"/>
              <a:ext cx="81460" cy="70862"/>
            </a:xfrm>
            <a:custGeom>
              <a:rect b="b" l="l" r="r" t="t"/>
              <a:pathLst>
                <a:path extrusionOk="0" h="1645" w="1891">
                  <a:moveTo>
                    <a:pt x="329" y="0"/>
                  </a:moveTo>
                  <a:lnTo>
                    <a:pt x="0" y="108"/>
                  </a:lnTo>
                  <a:cubicBezTo>
                    <a:pt x="545" y="1508"/>
                    <a:pt x="1500" y="1644"/>
                    <a:pt x="1872" y="1644"/>
                  </a:cubicBezTo>
                  <a:cubicBezTo>
                    <a:pt x="1879" y="1644"/>
                    <a:pt x="1885" y="1644"/>
                    <a:pt x="1891" y="1644"/>
                  </a:cubicBezTo>
                  <a:lnTo>
                    <a:pt x="1891" y="1341"/>
                  </a:lnTo>
                  <a:cubicBezTo>
                    <a:pt x="1605" y="1333"/>
                    <a:pt x="753" y="1203"/>
                    <a:pt x="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-107858" y="1297207"/>
              <a:ext cx="143750" cy="173559"/>
            </a:xfrm>
            <a:custGeom>
              <a:rect b="b" l="l" r="r" t="t"/>
              <a:pathLst>
                <a:path extrusionOk="0" h="4029" w="3337">
                  <a:moveTo>
                    <a:pt x="2480" y="1"/>
                  </a:moveTo>
                  <a:lnTo>
                    <a:pt x="2177" y="79"/>
                  </a:lnTo>
                  <a:cubicBezTo>
                    <a:pt x="2177" y="79"/>
                    <a:pt x="2891" y="3267"/>
                    <a:pt x="1" y="3683"/>
                  </a:cubicBezTo>
                  <a:lnTo>
                    <a:pt x="61" y="4029"/>
                  </a:lnTo>
                  <a:cubicBezTo>
                    <a:pt x="3336" y="3198"/>
                    <a:pt x="2480" y="1"/>
                    <a:pt x="2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146908" y="1272825"/>
              <a:ext cx="90463" cy="70949"/>
            </a:xfrm>
            <a:custGeom>
              <a:rect b="b" l="l" r="r" t="t"/>
              <a:pathLst>
                <a:path extrusionOk="0" h="1647" w="2100">
                  <a:moveTo>
                    <a:pt x="1762" y="0"/>
                  </a:moveTo>
                  <a:cubicBezTo>
                    <a:pt x="1328" y="1239"/>
                    <a:pt x="464" y="1341"/>
                    <a:pt x="190" y="1341"/>
                  </a:cubicBezTo>
                  <a:cubicBezTo>
                    <a:pt x="136" y="1341"/>
                    <a:pt x="105" y="1337"/>
                    <a:pt x="105" y="1337"/>
                  </a:cubicBezTo>
                  <a:cubicBezTo>
                    <a:pt x="105" y="1337"/>
                    <a:pt x="74" y="1341"/>
                    <a:pt x="1" y="1341"/>
                  </a:cubicBezTo>
                  <a:lnTo>
                    <a:pt x="1" y="1644"/>
                  </a:lnTo>
                  <a:cubicBezTo>
                    <a:pt x="74" y="1644"/>
                    <a:pt x="105" y="1640"/>
                    <a:pt x="105" y="1640"/>
                  </a:cubicBezTo>
                  <a:cubicBezTo>
                    <a:pt x="105" y="1640"/>
                    <a:pt x="149" y="1646"/>
                    <a:pt x="227" y="1646"/>
                  </a:cubicBezTo>
                  <a:cubicBezTo>
                    <a:pt x="570" y="1646"/>
                    <a:pt x="1552" y="1517"/>
                    <a:pt x="2099" y="108"/>
                  </a:cubicBezTo>
                  <a:lnTo>
                    <a:pt x="1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266020" y="1297207"/>
              <a:ext cx="143750" cy="173387"/>
            </a:xfrm>
            <a:custGeom>
              <a:rect b="b" l="l" r="r" t="t"/>
              <a:pathLst>
                <a:path extrusionOk="0" h="4025" w="3337">
                  <a:moveTo>
                    <a:pt x="857" y="1"/>
                  </a:moveTo>
                  <a:cubicBezTo>
                    <a:pt x="857" y="1"/>
                    <a:pt x="0" y="3198"/>
                    <a:pt x="3280" y="4024"/>
                  </a:cubicBezTo>
                  <a:lnTo>
                    <a:pt x="3336" y="3683"/>
                  </a:lnTo>
                  <a:cubicBezTo>
                    <a:pt x="450" y="3267"/>
                    <a:pt x="1160" y="79"/>
                    <a:pt x="1160" y="79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-102646" y="1280450"/>
              <a:ext cx="507367" cy="605368"/>
            </a:xfrm>
            <a:custGeom>
              <a:rect b="b" l="l" r="r" t="t"/>
              <a:pathLst>
                <a:path extrusionOk="0" h="14053" w="11778">
                  <a:moveTo>
                    <a:pt x="3674" y="0"/>
                  </a:moveTo>
                  <a:lnTo>
                    <a:pt x="2618" y="316"/>
                  </a:lnTo>
                  <a:cubicBezTo>
                    <a:pt x="2618" y="316"/>
                    <a:pt x="3596" y="4240"/>
                    <a:pt x="1" y="4777"/>
                  </a:cubicBezTo>
                  <a:lnTo>
                    <a:pt x="823" y="9731"/>
                  </a:lnTo>
                  <a:lnTo>
                    <a:pt x="472" y="13239"/>
                  </a:lnTo>
                  <a:cubicBezTo>
                    <a:pt x="689" y="13347"/>
                    <a:pt x="2190" y="14040"/>
                    <a:pt x="5794" y="14053"/>
                  </a:cubicBezTo>
                  <a:lnTo>
                    <a:pt x="5898" y="14053"/>
                  </a:lnTo>
                  <a:cubicBezTo>
                    <a:pt x="9562" y="14053"/>
                    <a:pt x="11098" y="13347"/>
                    <a:pt x="11314" y="13239"/>
                  </a:cubicBezTo>
                  <a:lnTo>
                    <a:pt x="10955" y="9731"/>
                  </a:lnTo>
                  <a:lnTo>
                    <a:pt x="11777" y="4777"/>
                  </a:lnTo>
                  <a:cubicBezTo>
                    <a:pt x="8186" y="4240"/>
                    <a:pt x="9164" y="316"/>
                    <a:pt x="9164" y="316"/>
                  </a:cubicBezTo>
                  <a:lnTo>
                    <a:pt x="8113" y="0"/>
                  </a:lnTo>
                  <a:cubicBezTo>
                    <a:pt x="7643" y="1688"/>
                    <a:pt x="6412" y="1827"/>
                    <a:pt x="6020" y="1827"/>
                  </a:cubicBezTo>
                  <a:cubicBezTo>
                    <a:pt x="5942" y="1827"/>
                    <a:pt x="5898" y="1822"/>
                    <a:pt x="5898" y="1822"/>
                  </a:cubicBezTo>
                  <a:cubicBezTo>
                    <a:pt x="5898" y="1822"/>
                    <a:pt x="5867" y="1826"/>
                    <a:pt x="5794" y="1826"/>
                  </a:cubicBezTo>
                  <a:cubicBezTo>
                    <a:pt x="5788" y="1826"/>
                    <a:pt x="5783" y="1826"/>
                    <a:pt x="5777" y="1826"/>
                  </a:cubicBezTo>
                  <a:cubicBezTo>
                    <a:pt x="5395" y="1826"/>
                    <a:pt x="4142" y="1679"/>
                    <a:pt x="3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-84381" y="1860799"/>
              <a:ext cx="603" cy="6031"/>
            </a:xfrm>
            <a:custGeom>
              <a:rect b="b" l="l" r="r" t="t"/>
              <a:pathLst>
                <a:path extrusionOk="0" h="140" w="14">
                  <a:moveTo>
                    <a:pt x="14" y="1"/>
                  </a:moveTo>
                  <a:lnTo>
                    <a:pt x="1" y="139"/>
                  </a:lnTo>
                  <a:cubicBezTo>
                    <a:pt x="5" y="96"/>
                    <a:pt x="9" y="4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-86965" y="1866787"/>
              <a:ext cx="233911" cy="52382"/>
            </a:xfrm>
            <a:custGeom>
              <a:rect b="b" l="l" r="r" t="t"/>
              <a:pathLst>
                <a:path extrusionOk="0" h="1216" w="5430">
                  <a:moveTo>
                    <a:pt x="69" y="0"/>
                  </a:moveTo>
                  <a:lnTo>
                    <a:pt x="0" y="312"/>
                  </a:lnTo>
                  <a:cubicBezTo>
                    <a:pt x="0" y="312"/>
                    <a:pt x="1536" y="1199"/>
                    <a:pt x="5430" y="1216"/>
                  </a:cubicBezTo>
                  <a:lnTo>
                    <a:pt x="5430" y="848"/>
                  </a:lnTo>
                  <a:cubicBezTo>
                    <a:pt x="1826" y="831"/>
                    <a:pt x="69" y="0"/>
                    <a:pt x="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-83821" y="1850546"/>
              <a:ext cx="1163" cy="10296"/>
            </a:xfrm>
            <a:custGeom>
              <a:rect b="b" l="l" r="r" t="t"/>
              <a:pathLst>
                <a:path extrusionOk="0" h="239" w="27">
                  <a:moveTo>
                    <a:pt x="18" y="1"/>
                  </a:moveTo>
                  <a:cubicBezTo>
                    <a:pt x="14" y="79"/>
                    <a:pt x="10" y="149"/>
                    <a:pt x="3" y="216"/>
                  </a:cubicBezTo>
                  <a:lnTo>
                    <a:pt x="3" y="216"/>
                  </a:lnTo>
                  <a:lnTo>
                    <a:pt x="27" y="5"/>
                  </a:lnTo>
                  <a:cubicBezTo>
                    <a:pt x="22" y="5"/>
                    <a:pt x="18" y="1"/>
                    <a:pt x="18" y="1"/>
                  </a:cubicBezTo>
                  <a:close/>
                  <a:moveTo>
                    <a:pt x="3" y="216"/>
                  </a:moveTo>
                  <a:lnTo>
                    <a:pt x="1" y="239"/>
                  </a:lnTo>
                  <a:cubicBezTo>
                    <a:pt x="2" y="231"/>
                    <a:pt x="2" y="224"/>
                    <a:pt x="3" y="2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385864" y="1860799"/>
              <a:ext cx="603" cy="6031"/>
            </a:xfrm>
            <a:custGeom>
              <a:rect b="b" l="l" r="r" t="t"/>
              <a:pathLst>
                <a:path extrusionOk="0" h="140" w="14">
                  <a:moveTo>
                    <a:pt x="0" y="1"/>
                  </a:moveTo>
                  <a:lnTo>
                    <a:pt x="0" y="1"/>
                  </a:lnTo>
                  <a:cubicBezTo>
                    <a:pt x="5" y="48"/>
                    <a:pt x="9" y="96"/>
                    <a:pt x="13" y="1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146908" y="1866787"/>
              <a:ext cx="242699" cy="52382"/>
            </a:xfrm>
            <a:custGeom>
              <a:rect b="b" l="l" r="r" t="t"/>
              <a:pathLst>
                <a:path extrusionOk="0" h="1216" w="5634">
                  <a:moveTo>
                    <a:pt x="5560" y="0"/>
                  </a:moveTo>
                  <a:cubicBezTo>
                    <a:pt x="5560" y="0"/>
                    <a:pt x="3743" y="848"/>
                    <a:pt x="105" y="848"/>
                  </a:cubicBezTo>
                  <a:lnTo>
                    <a:pt x="1" y="848"/>
                  </a:lnTo>
                  <a:lnTo>
                    <a:pt x="1" y="1216"/>
                  </a:lnTo>
                  <a:lnTo>
                    <a:pt x="105" y="1216"/>
                  </a:lnTo>
                  <a:cubicBezTo>
                    <a:pt x="4050" y="1216"/>
                    <a:pt x="5634" y="312"/>
                    <a:pt x="5634" y="312"/>
                  </a:cubicBezTo>
                  <a:lnTo>
                    <a:pt x="55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384744" y="1850546"/>
              <a:ext cx="1163" cy="10296"/>
            </a:xfrm>
            <a:custGeom>
              <a:rect b="b" l="l" r="r" t="t"/>
              <a:pathLst>
                <a:path extrusionOk="0" h="239" w="27">
                  <a:moveTo>
                    <a:pt x="9" y="1"/>
                  </a:moveTo>
                  <a:cubicBezTo>
                    <a:pt x="9" y="1"/>
                    <a:pt x="5" y="5"/>
                    <a:pt x="0" y="5"/>
                  </a:cubicBezTo>
                  <a:lnTo>
                    <a:pt x="24" y="216"/>
                  </a:lnTo>
                  <a:lnTo>
                    <a:pt x="24" y="216"/>
                  </a:lnTo>
                  <a:cubicBezTo>
                    <a:pt x="17" y="149"/>
                    <a:pt x="13" y="79"/>
                    <a:pt x="9" y="1"/>
                  </a:cubicBezTo>
                  <a:close/>
                  <a:moveTo>
                    <a:pt x="24" y="216"/>
                  </a:moveTo>
                  <a:cubicBezTo>
                    <a:pt x="25" y="224"/>
                    <a:pt x="25" y="231"/>
                    <a:pt x="26" y="239"/>
                  </a:cubicBezTo>
                  <a:lnTo>
                    <a:pt x="24" y="2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404689" y="1470554"/>
              <a:ext cx="2628" cy="15896"/>
            </a:xfrm>
            <a:custGeom>
              <a:rect b="b" l="l" r="r" t="t"/>
              <a:pathLst>
                <a:path extrusionOk="0" h="369" w="61">
                  <a:moveTo>
                    <a:pt x="61" y="0"/>
                  </a:moveTo>
                  <a:lnTo>
                    <a:pt x="0" y="364"/>
                  </a:lnTo>
                  <a:cubicBezTo>
                    <a:pt x="9" y="368"/>
                    <a:pt x="18" y="368"/>
                    <a:pt x="26" y="368"/>
                  </a:cubicBezTo>
                  <a:cubicBezTo>
                    <a:pt x="48" y="135"/>
                    <a:pt x="61" y="1"/>
                    <a:pt x="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-1627" y="1507816"/>
              <a:ext cx="127509" cy="194236"/>
            </a:xfrm>
            <a:custGeom>
              <a:rect b="b" l="l" r="r" t="t"/>
              <a:pathLst>
                <a:path extrusionOk="0" h="4509" w="2960">
                  <a:moveTo>
                    <a:pt x="1485" y="459"/>
                  </a:moveTo>
                  <a:cubicBezTo>
                    <a:pt x="2095" y="459"/>
                    <a:pt x="2372" y="1160"/>
                    <a:pt x="2372" y="2237"/>
                  </a:cubicBezTo>
                  <a:cubicBezTo>
                    <a:pt x="2372" y="3349"/>
                    <a:pt x="2082" y="4054"/>
                    <a:pt x="1480" y="4054"/>
                  </a:cubicBezTo>
                  <a:cubicBezTo>
                    <a:pt x="944" y="4054"/>
                    <a:pt x="593" y="3410"/>
                    <a:pt x="593" y="2276"/>
                  </a:cubicBezTo>
                  <a:cubicBezTo>
                    <a:pt x="593" y="1087"/>
                    <a:pt x="970" y="459"/>
                    <a:pt x="1485" y="459"/>
                  </a:cubicBezTo>
                  <a:close/>
                  <a:moveTo>
                    <a:pt x="1519" y="1"/>
                  </a:moveTo>
                  <a:cubicBezTo>
                    <a:pt x="632" y="1"/>
                    <a:pt x="1" y="805"/>
                    <a:pt x="1" y="2268"/>
                  </a:cubicBezTo>
                  <a:cubicBezTo>
                    <a:pt x="18" y="3713"/>
                    <a:pt x="593" y="4509"/>
                    <a:pt x="1446" y="4509"/>
                  </a:cubicBezTo>
                  <a:cubicBezTo>
                    <a:pt x="2410" y="4509"/>
                    <a:pt x="2960" y="3691"/>
                    <a:pt x="2960" y="2207"/>
                  </a:cubicBezTo>
                  <a:cubicBezTo>
                    <a:pt x="2960" y="818"/>
                    <a:pt x="2436" y="1"/>
                    <a:pt x="1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158668" y="1507816"/>
              <a:ext cx="126777" cy="194236"/>
            </a:xfrm>
            <a:custGeom>
              <a:rect b="b" l="l" r="r" t="t"/>
              <a:pathLst>
                <a:path extrusionOk="0" h="4509" w="2943">
                  <a:moveTo>
                    <a:pt x="1480" y="425"/>
                  </a:moveTo>
                  <a:cubicBezTo>
                    <a:pt x="2012" y="425"/>
                    <a:pt x="2220" y="788"/>
                    <a:pt x="2220" y="1134"/>
                  </a:cubicBezTo>
                  <a:cubicBezTo>
                    <a:pt x="2220" y="1532"/>
                    <a:pt x="1930" y="1800"/>
                    <a:pt x="1554" y="1926"/>
                  </a:cubicBezTo>
                  <a:cubicBezTo>
                    <a:pt x="1052" y="1792"/>
                    <a:pt x="723" y="1558"/>
                    <a:pt x="723" y="1121"/>
                  </a:cubicBezTo>
                  <a:cubicBezTo>
                    <a:pt x="723" y="745"/>
                    <a:pt x="991" y="425"/>
                    <a:pt x="1480" y="425"/>
                  </a:cubicBezTo>
                  <a:close/>
                  <a:moveTo>
                    <a:pt x="1389" y="2350"/>
                  </a:moveTo>
                  <a:cubicBezTo>
                    <a:pt x="1978" y="2519"/>
                    <a:pt x="2345" y="2774"/>
                    <a:pt x="2345" y="3302"/>
                  </a:cubicBezTo>
                  <a:cubicBezTo>
                    <a:pt x="2345" y="3752"/>
                    <a:pt x="2003" y="4080"/>
                    <a:pt x="1476" y="4080"/>
                  </a:cubicBezTo>
                  <a:cubicBezTo>
                    <a:pt x="918" y="4080"/>
                    <a:pt x="580" y="3691"/>
                    <a:pt x="602" y="3250"/>
                  </a:cubicBezTo>
                  <a:cubicBezTo>
                    <a:pt x="602" y="2834"/>
                    <a:pt x="879" y="2497"/>
                    <a:pt x="1389" y="2350"/>
                  </a:cubicBezTo>
                  <a:close/>
                  <a:moveTo>
                    <a:pt x="1515" y="1"/>
                  </a:moveTo>
                  <a:cubicBezTo>
                    <a:pt x="749" y="1"/>
                    <a:pt x="165" y="472"/>
                    <a:pt x="165" y="1160"/>
                  </a:cubicBezTo>
                  <a:cubicBezTo>
                    <a:pt x="165" y="1537"/>
                    <a:pt x="372" y="1913"/>
                    <a:pt x="857" y="2142"/>
                  </a:cubicBezTo>
                  <a:lnTo>
                    <a:pt x="866" y="2164"/>
                  </a:lnTo>
                  <a:cubicBezTo>
                    <a:pt x="329" y="2389"/>
                    <a:pt x="0" y="2778"/>
                    <a:pt x="0" y="3328"/>
                  </a:cubicBezTo>
                  <a:cubicBezTo>
                    <a:pt x="0" y="3968"/>
                    <a:pt x="550" y="4509"/>
                    <a:pt x="1463" y="4509"/>
                  </a:cubicBezTo>
                  <a:cubicBezTo>
                    <a:pt x="2293" y="4509"/>
                    <a:pt x="2942" y="3998"/>
                    <a:pt x="2942" y="3241"/>
                  </a:cubicBezTo>
                  <a:cubicBezTo>
                    <a:pt x="2942" y="2713"/>
                    <a:pt x="2609" y="2328"/>
                    <a:pt x="2064" y="2116"/>
                  </a:cubicBezTo>
                  <a:lnTo>
                    <a:pt x="2064" y="2095"/>
                  </a:lnTo>
                  <a:cubicBezTo>
                    <a:pt x="2601" y="1839"/>
                    <a:pt x="2782" y="1446"/>
                    <a:pt x="2782" y="1074"/>
                  </a:cubicBezTo>
                  <a:cubicBezTo>
                    <a:pt x="2782" y="533"/>
                    <a:pt x="2358" y="1"/>
                    <a:pt x="15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4"/>
          <p:cNvGrpSpPr/>
          <p:nvPr/>
        </p:nvGrpSpPr>
        <p:grpSpPr>
          <a:xfrm>
            <a:off x="634513" y="3834875"/>
            <a:ext cx="517606" cy="577423"/>
            <a:chOff x="-826493" y="2202796"/>
            <a:chExt cx="413027" cy="460759"/>
          </a:xfrm>
        </p:grpSpPr>
        <p:sp>
          <p:nvSpPr>
            <p:cNvPr id="263" name="Google Shape;263;p4"/>
            <p:cNvSpPr/>
            <p:nvPr/>
          </p:nvSpPr>
          <p:spPr>
            <a:xfrm>
              <a:off x="-711689" y="2202796"/>
              <a:ext cx="93220" cy="142802"/>
            </a:xfrm>
            <a:custGeom>
              <a:rect b="b" l="l" r="r" t="t"/>
              <a:pathLst>
                <a:path extrusionOk="0" h="3315" w="2164">
                  <a:moveTo>
                    <a:pt x="0" y="1"/>
                  </a:moveTo>
                  <a:lnTo>
                    <a:pt x="0" y="3315"/>
                  </a:lnTo>
                  <a:lnTo>
                    <a:pt x="2163" y="3315"/>
                  </a:lnTo>
                  <a:lnTo>
                    <a:pt x="2163" y="1"/>
                  </a:lnTo>
                  <a:close/>
                </a:path>
              </a:pathLst>
            </a:custGeom>
            <a:solidFill>
              <a:srgbClr val="FBC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-711689" y="2202796"/>
              <a:ext cx="177092" cy="142802"/>
            </a:xfrm>
            <a:custGeom>
              <a:rect b="b" l="l" r="r" t="t"/>
              <a:pathLst>
                <a:path extrusionOk="0" h="3315" w="4111">
                  <a:moveTo>
                    <a:pt x="0" y="1"/>
                  </a:moveTo>
                  <a:lnTo>
                    <a:pt x="0" y="3315"/>
                  </a:lnTo>
                  <a:lnTo>
                    <a:pt x="4110" y="3315"/>
                  </a:lnTo>
                  <a:lnTo>
                    <a:pt x="41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-826493" y="2298989"/>
              <a:ext cx="413027" cy="21840"/>
            </a:xfrm>
            <a:custGeom>
              <a:rect b="b" l="l" r="r" t="t"/>
              <a:pathLst>
                <a:path extrusionOk="0" h="507" w="9588">
                  <a:moveTo>
                    <a:pt x="0" y="0"/>
                  </a:moveTo>
                  <a:lnTo>
                    <a:pt x="0" y="506"/>
                  </a:lnTo>
                  <a:lnTo>
                    <a:pt x="9587" y="506"/>
                  </a:lnTo>
                  <a:lnTo>
                    <a:pt x="95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-803015" y="2320787"/>
              <a:ext cx="363273" cy="342768"/>
            </a:xfrm>
            <a:custGeom>
              <a:rect b="b" l="l" r="r" t="t"/>
              <a:pathLst>
                <a:path extrusionOk="0" h="7957" w="8433">
                  <a:moveTo>
                    <a:pt x="1030" y="1541"/>
                  </a:moveTo>
                  <a:lnTo>
                    <a:pt x="1986" y="2514"/>
                  </a:lnTo>
                  <a:lnTo>
                    <a:pt x="1372" y="3094"/>
                  </a:lnTo>
                  <a:cubicBezTo>
                    <a:pt x="1272" y="2484"/>
                    <a:pt x="1155" y="1969"/>
                    <a:pt x="1030" y="1541"/>
                  </a:cubicBezTo>
                  <a:close/>
                  <a:moveTo>
                    <a:pt x="7394" y="1541"/>
                  </a:moveTo>
                  <a:cubicBezTo>
                    <a:pt x="7268" y="1969"/>
                    <a:pt x="7152" y="2484"/>
                    <a:pt x="7052" y="3094"/>
                  </a:cubicBezTo>
                  <a:lnTo>
                    <a:pt x="6438" y="2514"/>
                  </a:lnTo>
                  <a:lnTo>
                    <a:pt x="7394" y="1541"/>
                  </a:lnTo>
                  <a:close/>
                  <a:moveTo>
                    <a:pt x="3210" y="1718"/>
                  </a:moveTo>
                  <a:lnTo>
                    <a:pt x="4037" y="2475"/>
                  </a:lnTo>
                  <a:lnTo>
                    <a:pt x="3228" y="3418"/>
                  </a:lnTo>
                  <a:lnTo>
                    <a:pt x="2354" y="2523"/>
                  </a:lnTo>
                  <a:lnTo>
                    <a:pt x="3210" y="1718"/>
                  </a:lnTo>
                  <a:close/>
                  <a:moveTo>
                    <a:pt x="5213" y="1718"/>
                  </a:moveTo>
                  <a:lnTo>
                    <a:pt x="6070" y="2523"/>
                  </a:lnTo>
                  <a:lnTo>
                    <a:pt x="5196" y="3418"/>
                  </a:lnTo>
                  <a:lnTo>
                    <a:pt x="4387" y="2475"/>
                  </a:lnTo>
                  <a:lnTo>
                    <a:pt x="5213" y="1718"/>
                  </a:lnTo>
                  <a:close/>
                  <a:moveTo>
                    <a:pt x="2163" y="2696"/>
                  </a:moveTo>
                  <a:lnTo>
                    <a:pt x="3059" y="3613"/>
                  </a:lnTo>
                  <a:lnTo>
                    <a:pt x="2388" y="4400"/>
                  </a:lnTo>
                  <a:lnTo>
                    <a:pt x="1454" y="3366"/>
                  </a:lnTo>
                  <a:lnTo>
                    <a:pt x="2163" y="2696"/>
                  </a:lnTo>
                  <a:close/>
                  <a:moveTo>
                    <a:pt x="6260" y="2696"/>
                  </a:moveTo>
                  <a:lnTo>
                    <a:pt x="6970" y="3366"/>
                  </a:lnTo>
                  <a:lnTo>
                    <a:pt x="6035" y="4400"/>
                  </a:lnTo>
                  <a:lnTo>
                    <a:pt x="5365" y="3613"/>
                  </a:lnTo>
                  <a:lnTo>
                    <a:pt x="6260" y="2696"/>
                  </a:lnTo>
                  <a:close/>
                  <a:moveTo>
                    <a:pt x="4240" y="2661"/>
                  </a:moveTo>
                  <a:lnTo>
                    <a:pt x="4283" y="2696"/>
                  </a:lnTo>
                  <a:lnTo>
                    <a:pt x="5058" y="3600"/>
                  </a:lnTo>
                  <a:lnTo>
                    <a:pt x="4283" y="4387"/>
                  </a:lnTo>
                  <a:lnTo>
                    <a:pt x="4231" y="4422"/>
                  </a:lnTo>
                  <a:lnTo>
                    <a:pt x="3418" y="3600"/>
                  </a:lnTo>
                  <a:lnTo>
                    <a:pt x="4240" y="2661"/>
                  </a:lnTo>
                  <a:close/>
                  <a:moveTo>
                    <a:pt x="1471" y="3769"/>
                  </a:moveTo>
                  <a:lnTo>
                    <a:pt x="2220" y="4595"/>
                  </a:lnTo>
                  <a:lnTo>
                    <a:pt x="1623" y="5296"/>
                  </a:lnTo>
                  <a:cubicBezTo>
                    <a:pt x="1584" y="4738"/>
                    <a:pt x="1532" y="4227"/>
                    <a:pt x="1471" y="3769"/>
                  </a:cubicBezTo>
                  <a:close/>
                  <a:moveTo>
                    <a:pt x="6953" y="3769"/>
                  </a:moveTo>
                  <a:cubicBezTo>
                    <a:pt x="6892" y="4227"/>
                    <a:pt x="6840" y="4738"/>
                    <a:pt x="6801" y="5296"/>
                  </a:cubicBezTo>
                  <a:lnTo>
                    <a:pt x="6204" y="4595"/>
                  </a:lnTo>
                  <a:lnTo>
                    <a:pt x="6953" y="3769"/>
                  </a:lnTo>
                  <a:close/>
                  <a:moveTo>
                    <a:pt x="3241" y="3795"/>
                  </a:moveTo>
                  <a:lnTo>
                    <a:pt x="4037" y="4608"/>
                  </a:lnTo>
                  <a:lnTo>
                    <a:pt x="3314" y="5421"/>
                  </a:lnTo>
                  <a:lnTo>
                    <a:pt x="2561" y="4591"/>
                  </a:lnTo>
                  <a:lnTo>
                    <a:pt x="3241" y="3795"/>
                  </a:lnTo>
                  <a:close/>
                  <a:moveTo>
                    <a:pt x="5183" y="3795"/>
                  </a:moveTo>
                  <a:lnTo>
                    <a:pt x="5862" y="4591"/>
                  </a:lnTo>
                  <a:lnTo>
                    <a:pt x="5110" y="5421"/>
                  </a:lnTo>
                  <a:lnTo>
                    <a:pt x="4387" y="4608"/>
                  </a:lnTo>
                  <a:lnTo>
                    <a:pt x="5183" y="3795"/>
                  </a:lnTo>
                  <a:close/>
                  <a:moveTo>
                    <a:pt x="4240" y="4794"/>
                  </a:moveTo>
                  <a:lnTo>
                    <a:pt x="4283" y="4829"/>
                  </a:lnTo>
                  <a:lnTo>
                    <a:pt x="4980" y="5612"/>
                  </a:lnTo>
                  <a:lnTo>
                    <a:pt x="4283" y="6377"/>
                  </a:lnTo>
                  <a:lnTo>
                    <a:pt x="4231" y="6412"/>
                  </a:lnTo>
                  <a:lnTo>
                    <a:pt x="3496" y="5612"/>
                  </a:lnTo>
                  <a:lnTo>
                    <a:pt x="4240" y="4794"/>
                  </a:lnTo>
                  <a:close/>
                  <a:moveTo>
                    <a:pt x="2393" y="4785"/>
                  </a:moveTo>
                  <a:lnTo>
                    <a:pt x="3141" y="5612"/>
                  </a:lnTo>
                  <a:lnTo>
                    <a:pt x="2371" y="6477"/>
                  </a:lnTo>
                  <a:lnTo>
                    <a:pt x="1674" y="5625"/>
                  </a:lnTo>
                  <a:lnTo>
                    <a:pt x="2393" y="4785"/>
                  </a:lnTo>
                  <a:close/>
                  <a:moveTo>
                    <a:pt x="6031" y="4785"/>
                  </a:moveTo>
                  <a:lnTo>
                    <a:pt x="6749" y="5625"/>
                  </a:lnTo>
                  <a:lnTo>
                    <a:pt x="6053" y="6477"/>
                  </a:lnTo>
                  <a:lnTo>
                    <a:pt x="5283" y="5612"/>
                  </a:lnTo>
                  <a:lnTo>
                    <a:pt x="6031" y="4785"/>
                  </a:lnTo>
                  <a:close/>
                  <a:moveTo>
                    <a:pt x="1661" y="6014"/>
                  </a:moveTo>
                  <a:lnTo>
                    <a:pt x="2202" y="6667"/>
                  </a:lnTo>
                  <a:lnTo>
                    <a:pt x="1696" y="7234"/>
                  </a:lnTo>
                  <a:cubicBezTo>
                    <a:pt x="1692" y="6806"/>
                    <a:pt x="1679" y="6399"/>
                    <a:pt x="1661" y="6014"/>
                  </a:cubicBezTo>
                  <a:close/>
                  <a:moveTo>
                    <a:pt x="6762" y="6014"/>
                  </a:moveTo>
                  <a:lnTo>
                    <a:pt x="6762" y="6014"/>
                  </a:lnTo>
                  <a:cubicBezTo>
                    <a:pt x="6745" y="6399"/>
                    <a:pt x="6732" y="6806"/>
                    <a:pt x="6728" y="7234"/>
                  </a:cubicBezTo>
                  <a:lnTo>
                    <a:pt x="6221" y="6667"/>
                  </a:lnTo>
                  <a:lnTo>
                    <a:pt x="6762" y="6014"/>
                  </a:lnTo>
                  <a:close/>
                  <a:moveTo>
                    <a:pt x="3314" y="5802"/>
                  </a:moveTo>
                  <a:lnTo>
                    <a:pt x="4041" y="6607"/>
                  </a:lnTo>
                  <a:lnTo>
                    <a:pt x="3258" y="7554"/>
                  </a:lnTo>
                  <a:lnTo>
                    <a:pt x="2535" y="6676"/>
                  </a:lnTo>
                  <a:lnTo>
                    <a:pt x="3314" y="5802"/>
                  </a:lnTo>
                  <a:close/>
                  <a:moveTo>
                    <a:pt x="5110" y="5802"/>
                  </a:moveTo>
                  <a:lnTo>
                    <a:pt x="5888" y="6676"/>
                  </a:lnTo>
                  <a:lnTo>
                    <a:pt x="5166" y="7554"/>
                  </a:lnTo>
                  <a:lnTo>
                    <a:pt x="4383" y="6607"/>
                  </a:lnTo>
                  <a:lnTo>
                    <a:pt x="5110" y="5802"/>
                  </a:lnTo>
                  <a:close/>
                  <a:moveTo>
                    <a:pt x="0" y="0"/>
                  </a:moveTo>
                  <a:cubicBezTo>
                    <a:pt x="437" y="723"/>
                    <a:pt x="1315" y="2670"/>
                    <a:pt x="1315" y="7732"/>
                  </a:cubicBezTo>
                  <a:cubicBezTo>
                    <a:pt x="1315" y="7835"/>
                    <a:pt x="1402" y="7935"/>
                    <a:pt x="1510" y="7935"/>
                  </a:cubicBezTo>
                  <a:cubicBezTo>
                    <a:pt x="1614" y="7935"/>
                    <a:pt x="1700" y="7853"/>
                    <a:pt x="1700" y="7749"/>
                  </a:cubicBezTo>
                  <a:cubicBezTo>
                    <a:pt x="1700" y="7701"/>
                    <a:pt x="1700" y="7662"/>
                    <a:pt x="1700" y="7615"/>
                  </a:cubicBezTo>
                  <a:lnTo>
                    <a:pt x="2367" y="6866"/>
                  </a:lnTo>
                  <a:lnTo>
                    <a:pt x="3258" y="7957"/>
                  </a:lnTo>
                  <a:lnTo>
                    <a:pt x="4231" y="6806"/>
                  </a:lnTo>
                  <a:lnTo>
                    <a:pt x="4283" y="6845"/>
                  </a:lnTo>
                  <a:lnTo>
                    <a:pt x="5187" y="7957"/>
                  </a:lnTo>
                  <a:lnTo>
                    <a:pt x="6057" y="6871"/>
                  </a:lnTo>
                  <a:lnTo>
                    <a:pt x="6723" y="7619"/>
                  </a:lnTo>
                  <a:cubicBezTo>
                    <a:pt x="6723" y="7662"/>
                    <a:pt x="6723" y="7710"/>
                    <a:pt x="6723" y="7753"/>
                  </a:cubicBezTo>
                  <a:cubicBezTo>
                    <a:pt x="6723" y="7861"/>
                    <a:pt x="6810" y="7948"/>
                    <a:pt x="6914" y="7948"/>
                  </a:cubicBezTo>
                  <a:cubicBezTo>
                    <a:pt x="7022" y="7948"/>
                    <a:pt x="7108" y="7835"/>
                    <a:pt x="7108" y="7732"/>
                  </a:cubicBezTo>
                  <a:cubicBezTo>
                    <a:pt x="7108" y="2700"/>
                    <a:pt x="7995" y="723"/>
                    <a:pt x="8432" y="0"/>
                  </a:cubicBezTo>
                  <a:lnTo>
                    <a:pt x="7982" y="0"/>
                  </a:lnTo>
                  <a:cubicBezTo>
                    <a:pt x="7853" y="217"/>
                    <a:pt x="7710" y="563"/>
                    <a:pt x="7563" y="978"/>
                  </a:cubicBezTo>
                  <a:lnTo>
                    <a:pt x="6252" y="2328"/>
                  </a:lnTo>
                  <a:lnTo>
                    <a:pt x="5343" y="1458"/>
                  </a:lnTo>
                  <a:cubicBezTo>
                    <a:pt x="5361" y="1047"/>
                    <a:pt x="5577" y="433"/>
                    <a:pt x="5715" y="0"/>
                  </a:cubicBezTo>
                  <a:lnTo>
                    <a:pt x="5443" y="0"/>
                  </a:lnTo>
                  <a:cubicBezTo>
                    <a:pt x="5300" y="433"/>
                    <a:pt x="5127" y="1039"/>
                    <a:pt x="5110" y="1458"/>
                  </a:cubicBezTo>
                  <a:lnTo>
                    <a:pt x="4283" y="2259"/>
                  </a:lnTo>
                  <a:lnTo>
                    <a:pt x="4231" y="2289"/>
                  </a:lnTo>
                  <a:lnTo>
                    <a:pt x="3349" y="1458"/>
                  </a:lnTo>
                  <a:cubicBezTo>
                    <a:pt x="3331" y="1039"/>
                    <a:pt x="3124" y="433"/>
                    <a:pt x="2981" y="0"/>
                  </a:cubicBezTo>
                  <a:lnTo>
                    <a:pt x="2708" y="0"/>
                  </a:lnTo>
                  <a:cubicBezTo>
                    <a:pt x="2847" y="433"/>
                    <a:pt x="3063" y="1052"/>
                    <a:pt x="3081" y="1463"/>
                  </a:cubicBezTo>
                  <a:lnTo>
                    <a:pt x="2172" y="2328"/>
                  </a:lnTo>
                  <a:lnTo>
                    <a:pt x="861" y="969"/>
                  </a:lnTo>
                  <a:cubicBezTo>
                    <a:pt x="714" y="558"/>
                    <a:pt x="571" y="217"/>
                    <a:pt x="4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4"/>
          <p:cNvGrpSpPr/>
          <p:nvPr/>
        </p:nvGrpSpPr>
        <p:grpSpPr>
          <a:xfrm>
            <a:off x="7832529" y="3975831"/>
            <a:ext cx="451409" cy="606103"/>
            <a:chOff x="-845706" y="1292943"/>
            <a:chExt cx="451409" cy="606103"/>
          </a:xfrm>
        </p:grpSpPr>
        <p:sp>
          <p:nvSpPr>
            <p:cNvPr id="268" name="Google Shape;268;p4"/>
            <p:cNvSpPr/>
            <p:nvPr/>
          </p:nvSpPr>
          <p:spPr>
            <a:xfrm>
              <a:off x="-845706" y="1447421"/>
              <a:ext cx="451409" cy="451625"/>
            </a:xfrm>
            <a:custGeom>
              <a:rect b="b" l="l" r="r" t="t"/>
              <a:pathLst>
                <a:path extrusionOk="0" h="10484" w="10479">
                  <a:moveTo>
                    <a:pt x="5222" y="1"/>
                  </a:moveTo>
                  <a:cubicBezTo>
                    <a:pt x="4984" y="5"/>
                    <a:pt x="4751" y="18"/>
                    <a:pt x="4517" y="53"/>
                  </a:cubicBezTo>
                  <a:cubicBezTo>
                    <a:pt x="4452" y="61"/>
                    <a:pt x="4392" y="70"/>
                    <a:pt x="4327" y="83"/>
                  </a:cubicBezTo>
                  <a:cubicBezTo>
                    <a:pt x="3669" y="196"/>
                    <a:pt x="3055" y="434"/>
                    <a:pt x="2510" y="771"/>
                  </a:cubicBezTo>
                  <a:cubicBezTo>
                    <a:pt x="2198" y="961"/>
                    <a:pt x="1908" y="1182"/>
                    <a:pt x="1649" y="1429"/>
                  </a:cubicBezTo>
                  <a:cubicBezTo>
                    <a:pt x="632" y="2385"/>
                    <a:pt x="0" y="3739"/>
                    <a:pt x="0" y="5245"/>
                  </a:cubicBezTo>
                  <a:cubicBezTo>
                    <a:pt x="0" y="8130"/>
                    <a:pt x="2337" y="10475"/>
                    <a:pt x="5222" y="10484"/>
                  </a:cubicBezTo>
                  <a:lnTo>
                    <a:pt x="5240" y="10484"/>
                  </a:lnTo>
                  <a:cubicBezTo>
                    <a:pt x="8134" y="10484"/>
                    <a:pt x="10479" y="8139"/>
                    <a:pt x="10479" y="5245"/>
                  </a:cubicBezTo>
                  <a:cubicBezTo>
                    <a:pt x="10479" y="3709"/>
                    <a:pt x="9817" y="2324"/>
                    <a:pt x="8766" y="1368"/>
                  </a:cubicBezTo>
                  <a:cubicBezTo>
                    <a:pt x="8497" y="1121"/>
                    <a:pt x="8208" y="905"/>
                    <a:pt x="7892" y="723"/>
                  </a:cubicBezTo>
                  <a:cubicBezTo>
                    <a:pt x="7364" y="412"/>
                    <a:pt x="6780" y="191"/>
                    <a:pt x="6153" y="83"/>
                  </a:cubicBezTo>
                  <a:cubicBezTo>
                    <a:pt x="6096" y="74"/>
                    <a:pt x="6040" y="61"/>
                    <a:pt x="5984" y="57"/>
                  </a:cubicBezTo>
                  <a:cubicBezTo>
                    <a:pt x="5742" y="23"/>
                    <a:pt x="5495" y="1"/>
                    <a:pt x="52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-811588" y="1481539"/>
              <a:ext cx="383390" cy="383433"/>
            </a:xfrm>
            <a:custGeom>
              <a:rect b="b" l="l" r="r" t="t"/>
              <a:pathLst>
                <a:path extrusionOk="0" h="8901" w="8900">
                  <a:moveTo>
                    <a:pt x="4448" y="1"/>
                  </a:moveTo>
                  <a:cubicBezTo>
                    <a:pt x="1995" y="1"/>
                    <a:pt x="0" y="1999"/>
                    <a:pt x="0" y="4453"/>
                  </a:cubicBezTo>
                  <a:cubicBezTo>
                    <a:pt x="0" y="6906"/>
                    <a:pt x="1995" y="8900"/>
                    <a:pt x="4448" y="8900"/>
                  </a:cubicBezTo>
                  <a:cubicBezTo>
                    <a:pt x="6901" y="8900"/>
                    <a:pt x="8900" y="6906"/>
                    <a:pt x="8900" y="4453"/>
                  </a:cubicBezTo>
                  <a:cubicBezTo>
                    <a:pt x="8900" y="1999"/>
                    <a:pt x="6901" y="1"/>
                    <a:pt x="44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-659349" y="1414251"/>
              <a:ext cx="78703" cy="43853"/>
            </a:xfrm>
            <a:custGeom>
              <a:rect b="b" l="l" r="r" t="t"/>
              <a:pathLst>
                <a:path extrusionOk="0" h="1018" w="1827">
                  <a:moveTo>
                    <a:pt x="1" y="1"/>
                  </a:moveTo>
                  <a:lnTo>
                    <a:pt x="1" y="1018"/>
                  </a:lnTo>
                  <a:lnTo>
                    <a:pt x="1827" y="1018"/>
                  </a:lnTo>
                  <a:lnTo>
                    <a:pt x="18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-691787" y="1379401"/>
              <a:ext cx="142285" cy="34893"/>
            </a:xfrm>
            <a:custGeom>
              <a:rect b="b" l="l" r="r" t="t"/>
              <a:pathLst>
                <a:path extrusionOk="0" h="810" w="3303">
                  <a:moveTo>
                    <a:pt x="403" y="1"/>
                  </a:moveTo>
                  <a:cubicBezTo>
                    <a:pt x="183" y="1"/>
                    <a:pt x="1" y="182"/>
                    <a:pt x="1" y="407"/>
                  </a:cubicBezTo>
                  <a:cubicBezTo>
                    <a:pt x="1" y="516"/>
                    <a:pt x="44" y="619"/>
                    <a:pt x="118" y="689"/>
                  </a:cubicBezTo>
                  <a:cubicBezTo>
                    <a:pt x="191" y="762"/>
                    <a:pt x="291" y="810"/>
                    <a:pt x="403" y="810"/>
                  </a:cubicBezTo>
                  <a:lnTo>
                    <a:pt x="2900" y="810"/>
                  </a:lnTo>
                  <a:cubicBezTo>
                    <a:pt x="3120" y="810"/>
                    <a:pt x="3302" y="628"/>
                    <a:pt x="3302" y="407"/>
                  </a:cubicBezTo>
                  <a:cubicBezTo>
                    <a:pt x="3302" y="182"/>
                    <a:pt x="3120" y="1"/>
                    <a:pt x="2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-789446" y="1461594"/>
              <a:ext cx="52985" cy="49238"/>
            </a:xfrm>
            <a:custGeom>
              <a:rect b="b" l="l" r="r" t="t"/>
              <a:pathLst>
                <a:path extrusionOk="0" h="1143" w="1230">
                  <a:moveTo>
                    <a:pt x="858" y="1"/>
                  </a:moveTo>
                  <a:lnTo>
                    <a:pt x="1" y="667"/>
                  </a:lnTo>
                  <a:lnTo>
                    <a:pt x="343" y="1100"/>
                  </a:lnTo>
                  <a:lnTo>
                    <a:pt x="373" y="1143"/>
                  </a:lnTo>
                  <a:lnTo>
                    <a:pt x="1230" y="477"/>
                  </a:lnTo>
                  <a:lnTo>
                    <a:pt x="1204" y="442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-814388" y="1438073"/>
              <a:ext cx="73663" cy="59921"/>
            </a:xfrm>
            <a:custGeom>
              <a:rect b="b" l="l" r="r" t="t"/>
              <a:pathLst>
                <a:path extrusionOk="0" h="1391" w="1710">
                  <a:moveTo>
                    <a:pt x="1436" y="1"/>
                  </a:moveTo>
                  <a:cubicBezTo>
                    <a:pt x="1384" y="1"/>
                    <a:pt x="1333" y="17"/>
                    <a:pt x="1289" y="49"/>
                  </a:cubicBezTo>
                  <a:lnTo>
                    <a:pt x="121" y="962"/>
                  </a:lnTo>
                  <a:cubicBezTo>
                    <a:pt x="18" y="1040"/>
                    <a:pt x="0" y="1191"/>
                    <a:pt x="82" y="1295"/>
                  </a:cubicBezTo>
                  <a:cubicBezTo>
                    <a:pt x="130" y="1356"/>
                    <a:pt x="199" y="1390"/>
                    <a:pt x="268" y="1390"/>
                  </a:cubicBezTo>
                  <a:cubicBezTo>
                    <a:pt x="320" y="1390"/>
                    <a:pt x="372" y="1373"/>
                    <a:pt x="420" y="1338"/>
                  </a:cubicBezTo>
                  <a:lnTo>
                    <a:pt x="580" y="1213"/>
                  </a:lnTo>
                  <a:lnTo>
                    <a:pt x="1437" y="547"/>
                  </a:lnTo>
                  <a:lnTo>
                    <a:pt x="1584" y="430"/>
                  </a:lnTo>
                  <a:cubicBezTo>
                    <a:pt x="1688" y="348"/>
                    <a:pt x="1709" y="196"/>
                    <a:pt x="1627" y="92"/>
                  </a:cubicBezTo>
                  <a:cubicBezTo>
                    <a:pt x="1579" y="32"/>
                    <a:pt x="1508" y="1"/>
                    <a:pt x="1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-508574" y="1461594"/>
              <a:ext cx="52985" cy="49238"/>
            </a:xfrm>
            <a:custGeom>
              <a:rect b="b" l="l" r="r" t="t"/>
              <a:pathLst>
                <a:path extrusionOk="0" h="1143" w="1230">
                  <a:moveTo>
                    <a:pt x="373" y="1"/>
                  </a:moveTo>
                  <a:lnTo>
                    <a:pt x="1" y="477"/>
                  </a:lnTo>
                  <a:lnTo>
                    <a:pt x="857" y="1143"/>
                  </a:lnTo>
                  <a:lnTo>
                    <a:pt x="1230" y="667"/>
                  </a:lnTo>
                  <a:lnTo>
                    <a:pt x="3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-504266" y="1438073"/>
              <a:ext cx="73663" cy="59835"/>
            </a:xfrm>
            <a:custGeom>
              <a:rect b="b" l="l" r="r" t="t"/>
              <a:pathLst>
                <a:path extrusionOk="0" h="1389" w="1710">
                  <a:moveTo>
                    <a:pt x="274" y="1"/>
                  </a:moveTo>
                  <a:cubicBezTo>
                    <a:pt x="202" y="1"/>
                    <a:pt x="130" y="32"/>
                    <a:pt x="83" y="92"/>
                  </a:cubicBezTo>
                  <a:cubicBezTo>
                    <a:pt x="0" y="196"/>
                    <a:pt x="22" y="348"/>
                    <a:pt x="126" y="430"/>
                  </a:cubicBezTo>
                  <a:lnTo>
                    <a:pt x="1294" y="1338"/>
                  </a:lnTo>
                  <a:cubicBezTo>
                    <a:pt x="1337" y="1372"/>
                    <a:pt x="1388" y="1389"/>
                    <a:pt x="1439" y="1389"/>
                  </a:cubicBezTo>
                  <a:cubicBezTo>
                    <a:pt x="1510" y="1389"/>
                    <a:pt x="1581" y="1356"/>
                    <a:pt x="1627" y="1295"/>
                  </a:cubicBezTo>
                  <a:cubicBezTo>
                    <a:pt x="1709" y="1191"/>
                    <a:pt x="1692" y="1040"/>
                    <a:pt x="1588" y="962"/>
                  </a:cubicBezTo>
                  <a:lnTo>
                    <a:pt x="420" y="49"/>
                  </a:lnTo>
                  <a:cubicBezTo>
                    <a:pt x="377" y="17"/>
                    <a:pt x="325" y="1"/>
                    <a:pt x="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-633976" y="1497952"/>
              <a:ext cx="29680" cy="29465"/>
            </a:xfrm>
            <a:custGeom>
              <a:rect b="b" l="l" r="r" t="t"/>
              <a:pathLst>
                <a:path extrusionOk="0" h="684" w="689">
                  <a:moveTo>
                    <a:pt x="346" y="0"/>
                  </a:moveTo>
                  <a:cubicBezTo>
                    <a:pt x="156" y="0"/>
                    <a:pt x="0" y="152"/>
                    <a:pt x="0" y="342"/>
                  </a:cubicBezTo>
                  <a:cubicBezTo>
                    <a:pt x="0" y="533"/>
                    <a:pt x="156" y="684"/>
                    <a:pt x="346" y="684"/>
                  </a:cubicBezTo>
                  <a:cubicBezTo>
                    <a:pt x="532" y="684"/>
                    <a:pt x="688" y="533"/>
                    <a:pt x="688" y="342"/>
                  </a:cubicBezTo>
                  <a:cubicBezTo>
                    <a:pt x="688" y="152"/>
                    <a:pt x="532" y="0"/>
                    <a:pt x="346" y="0"/>
                  </a:cubicBezTo>
                  <a:close/>
                </a:path>
              </a:pathLst>
            </a:custGeom>
            <a:solidFill>
              <a:srgbClr val="2B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-633976" y="1817936"/>
              <a:ext cx="29680" cy="29680"/>
            </a:xfrm>
            <a:custGeom>
              <a:rect b="b" l="l" r="r" t="t"/>
              <a:pathLst>
                <a:path extrusionOk="0" h="689" w="689">
                  <a:moveTo>
                    <a:pt x="346" y="1"/>
                  </a:moveTo>
                  <a:cubicBezTo>
                    <a:pt x="156" y="1"/>
                    <a:pt x="0" y="157"/>
                    <a:pt x="0" y="347"/>
                  </a:cubicBezTo>
                  <a:cubicBezTo>
                    <a:pt x="0" y="533"/>
                    <a:pt x="156" y="689"/>
                    <a:pt x="346" y="689"/>
                  </a:cubicBezTo>
                  <a:cubicBezTo>
                    <a:pt x="532" y="689"/>
                    <a:pt x="688" y="533"/>
                    <a:pt x="688" y="347"/>
                  </a:cubicBezTo>
                  <a:cubicBezTo>
                    <a:pt x="688" y="157"/>
                    <a:pt x="532" y="1"/>
                    <a:pt x="346" y="1"/>
                  </a:cubicBezTo>
                  <a:close/>
                </a:path>
              </a:pathLst>
            </a:custGeom>
            <a:solidFill>
              <a:srgbClr val="2B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-792978" y="1658978"/>
              <a:ext cx="29680" cy="29680"/>
            </a:xfrm>
            <a:custGeom>
              <a:rect b="b" l="l" r="r" t="t"/>
              <a:pathLst>
                <a:path extrusionOk="0" h="689" w="689">
                  <a:moveTo>
                    <a:pt x="347" y="0"/>
                  </a:moveTo>
                  <a:cubicBezTo>
                    <a:pt x="157" y="0"/>
                    <a:pt x="1" y="156"/>
                    <a:pt x="1" y="346"/>
                  </a:cubicBezTo>
                  <a:cubicBezTo>
                    <a:pt x="1" y="533"/>
                    <a:pt x="157" y="688"/>
                    <a:pt x="347" y="688"/>
                  </a:cubicBezTo>
                  <a:cubicBezTo>
                    <a:pt x="533" y="688"/>
                    <a:pt x="689" y="533"/>
                    <a:pt x="689" y="346"/>
                  </a:cubicBezTo>
                  <a:cubicBezTo>
                    <a:pt x="689" y="156"/>
                    <a:pt x="533" y="0"/>
                    <a:pt x="347" y="0"/>
                  </a:cubicBezTo>
                  <a:close/>
                </a:path>
              </a:pathLst>
            </a:custGeom>
            <a:solidFill>
              <a:srgbClr val="2B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-477256" y="1658978"/>
              <a:ext cx="29508" cy="29680"/>
            </a:xfrm>
            <a:custGeom>
              <a:rect b="b" l="l" r="r" t="t"/>
              <a:pathLst>
                <a:path extrusionOk="0" h="689" w="685">
                  <a:moveTo>
                    <a:pt x="342" y="0"/>
                  </a:moveTo>
                  <a:cubicBezTo>
                    <a:pt x="152" y="0"/>
                    <a:pt x="1" y="156"/>
                    <a:pt x="1" y="346"/>
                  </a:cubicBezTo>
                  <a:cubicBezTo>
                    <a:pt x="1" y="533"/>
                    <a:pt x="152" y="688"/>
                    <a:pt x="342" y="688"/>
                  </a:cubicBezTo>
                  <a:cubicBezTo>
                    <a:pt x="533" y="688"/>
                    <a:pt x="684" y="533"/>
                    <a:pt x="684" y="346"/>
                  </a:cubicBezTo>
                  <a:cubicBezTo>
                    <a:pt x="684" y="156"/>
                    <a:pt x="533" y="0"/>
                    <a:pt x="342" y="0"/>
                  </a:cubicBezTo>
                  <a:close/>
                </a:path>
              </a:pathLst>
            </a:custGeom>
            <a:solidFill>
              <a:srgbClr val="2B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-632296" y="1546759"/>
              <a:ext cx="24640" cy="148230"/>
            </a:xfrm>
            <a:custGeom>
              <a:rect b="b" l="l" r="r" t="t"/>
              <a:pathLst>
                <a:path extrusionOk="0" h="3441" w="572">
                  <a:moveTo>
                    <a:pt x="286" y="1"/>
                  </a:moveTo>
                  <a:cubicBezTo>
                    <a:pt x="130" y="1"/>
                    <a:pt x="0" y="126"/>
                    <a:pt x="0" y="282"/>
                  </a:cubicBezTo>
                  <a:lnTo>
                    <a:pt x="0" y="3155"/>
                  </a:lnTo>
                  <a:cubicBezTo>
                    <a:pt x="0" y="3315"/>
                    <a:pt x="130" y="3440"/>
                    <a:pt x="286" y="3440"/>
                  </a:cubicBezTo>
                  <a:cubicBezTo>
                    <a:pt x="441" y="3440"/>
                    <a:pt x="571" y="3315"/>
                    <a:pt x="571" y="3155"/>
                  </a:cubicBezTo>
                  <a:lnTo>
                    <a:pt x="571" y="282"/>
                  </a:lnTo>
                  <a:cubicBezTo>
                    <a:pt x="571" y="126"/>
                    <a:pt x="441" y="1"/>
                    <a:pt x="286" y="1"/>
                  </a:cubicBezTo>
                  <a:close/>
                </a:path>
              </a:pathLst>
            </a:custGeom>
            <a:solidFill>
              <a:srgbClr val="2B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-633416" y="1582988"/>
              <a:ext cx="114457" cy="112088"/>
            </a:xfrm>
            <a:custGeom>
              <a:rect b="b" l="l" r="r" t="t"/>
              <a:pathLst>
                <a:path extrusionOk="0" h="2602" w="2657">
                  <a:moveTo>
                    <a:pt x="2343" y="0"/>
                  </a:moveTo>
                  <a:cubicBezTo>
                    <a:pt x="2270" y="0"/>
                    <a:pt x="2198" y="27"/>
                    <a:pt x="2142" y="81"/>
                  </a:cubicBezTo>
                  <a:lnTo>
                    <a:pt x="108" y="2115"/>
                  </a:lnTo>
                  <a:cubicBezTo>
                    <a:pt x="0" y="2227"/>
                    <a:pt x="0" y="2405"/>
                    <a:pt x="108" y="2517"/>
                  </a:cubicBezTo>
                  <a:cubicBezTo>
                    <a:pt x="165" y="2573"/>
                    <a:pt x="238" y="2602"/>
                    <a:pt x="312" y="2602"/>
                  </a:cubicBezTo>
                  <a:cubicBezTo>
                    <a:pt x="385" y="2602"/>
                    <a:pt x="459" y="2573"/>
                    <a:pt x="515" y="2517"/>
                  </a:cubicBezTo>
                  <a:lnTo>
                    <a:pt x="2544" y="488"/>
                  </a:lnTo>
                  <a:cubicBezTo>
                    <a:pt x="2657" y="376"/>
                    <a:pt x="2657" y="194"/>
                    <a:pt x="2544" y="81"/>
                  </a:cubicBezTo>
                  <a:cubicBezTo>
                    <a:pt x="2488" y="27"/>
                    <a:pt x="2415" y="0"/>
                    <a:pt x="2343" y="0"/>
                  </a:cubicBezTo>
                  <a:close/>
                </a:path>
              </a:pathLst>
            </a:custGeom>
            <a:solidFill>
              <a:srgbClr val="2B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-722502" y="1292943"/>
              <a:ext cx="206729" cy="160679"/>
            </a:xfrm>
            <a:custGeom>
              <a:rect b="b" l="l" r="r" t="t"/>
              <a:pathLst>
                <a:path extrusionOk="0" h="3730" w="4799">
                  <a:moveTo>
                    <a:pt x="2401" y="282"/>
                  </a:moveTo>
                  <a:cubicBezTo>
                    <a:pt x="3565" y="282"/>
                    <a:pt x="4517" y="991"/>
                    <a:pt x="4517" y="1865"/>
                  </a:cubicBezTo>
                  <a:cubicBezTo>
                    <a:pt x="4517" y="2501"/>
                    <a:pt x="4015" y="3046"/>
                    <a:pt x="3293" y="3301"/>
                  </a:cubicBezTo>
                  <a:cubicBezTo>
                    <a:pt x="3020" y="3397"/>
                    <a:pt x="2717" y="3448"/>
                    <a:pt x="2401" y="3448"/>
                  </a:cubicBezTo>
                  <a:lnTo>
                    <a:pt x="2362" y="3448"/>
                  </a:lnTo>
                  <a:cubicBezTo>
                    <a:pt x="2042" y="3444"/>
                    <a:pt x="1739" y="3388"/>
                    <a:pt x="1467" y="3288"/>
                  </a:cubicBezTo>
                  <a:cubicBezTo>
                    <a:pt x="766" y="3029"/>
                    <a:pt x="281" y="2488"/>
                    <a:pt x="281" y="1865"/>
                  </a:cubicBezTo>
                  <a:cubicBezTo>
                    <a:pt x="281" y="1000"/>
                    <a:pt x="1212" y="295"/>
                    <a:pt x="2362" y="282"/>
                  </a:cubicBezTo>
                  <a:close/>
                  <a:moveTo>
                    <a:pt x="2362" y="0"/>
                  </a:moveTo>
                  <a:cubicBezTo>
                    <a:pt x="1056" y="18"/>
                    <a:pt x="0" y="848"/>
                    <a:pt x="0" y="1865"/>
                  </a:cubicBezTo>
                  <a:cubicBezTo>
                    <a:pt x="0" y="2635"/>
                    <a:pt x="606" y="3301"/>
                    <a:pt x="1467" y="3583"/>
                  </a:cubicBezTo>
                  <a:cubicBezTo>
                    <a:pt x="1532" y="3604"/>
                    <a:pt x="1592" y="3622"/>
                    <a:pt x="1657" y="3639"/>
                  </a:cubicBezTo>
                  <a:cubicBezTo>
                    <a:pt x="1882" y="3695"/>
                    <a:pt x="2120" y="3725"/>
                    <a:pt x="2362" y="3730"/>
                  </a:cubicBezTo>
                  <a:lnTo>
                    <a:pt x="2401" y="3730"/>
                  </a:lnTo>
                  <a:cubicBezTo>
                    <a:pt x="2652" y="3730"/>
                    <a:pt x="2895" y="3699"/>
                    <a:pt x="3124" y="3643"/>
                  </a:cubicBezTo>
                  <a:cubicBezTo>
                    <a:pt x="3184" y="3626"/>
                    <a:pt x="3241" y="3613"/>
                    <a:pt x="3293" y="3596"/>
                  </a:cubicBezTo>
                  <a:cubicBezTo>
                    <a:pt x="4175" y="3319"/>
                    <a:pt x="4798" y="2648"/>
                    <a:pt x="4798" y="1865"/>
                  </a:cubicBezTo>
                  <a:cubicBezTo>
                    <a:pt x="4798" y="835"/>
                    <a:pt x="3721" y="0"/>
                    <a:pt x="24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3803463" y="1341251"/>
            <a:ext cx="1537076" cy="3389143"/>
            <a:chOff x="3803463" y="1341251"/>
            <a:chExt cx="1537076" cy="3389143"/>
          </a:xfrm>
        </p:grpSpPr>
        <p:sp>
          <p:nvSpPr>
            <p:cNvPr id="284" name="Google Shape;284;p4"/>
            <p:cNvSpPr/>
            <p:nvPr/>
          </p:nvSpPr>
          <p:spPr>
            <a:xfrm>
              <a:off x="3803463" y="1341251"/>
              <a:ext cx="1537076" cy="1393488"/>
            </a:xfrm>
            <a:custGeom>
              <a:rect b="b" l="l" r="r" t="t"/>
              <a:pathLst>
                <a:path extrusionOk="0" h="18109" w="19975">
                  <a:moveTo>
                    <a:pt x="9987" y="1"/>
                  </a:moveTo>
                  <a:cubicBezTo>
                    <a:pt x="7617" y="1"/>
                    <a:pt x="5250" y="927"/>
                    <a:pt x="3475" y="2770"/>
                  </a:cubicBezTo>
                  <a:cubicBezTo>
                    <a:pt x="1" y="6367"/>
                    <a:pt x="101" y="12097"/>
                    <a:pt x="3698" y="15571"/>
                  </a:cubicBezTo>
                  <a:cubicBezTo>
                    <a:pt x="5457" y="17266"/>
                    <a:pt x="7724" y="18109"/>
                    <a:pt x="9988" y="18109"/>
                  </a:cubicBezTo>
                  <a:cubicBezTo>
                    <a:pt x="12359" y="18109"/>
                    <a:pt x="14727" y="17184"/>
                    <a:pt x="16504" y="15344"/>
                  </a:cubicBezTo>
                  <a:cubicBezTo>
                    <a:pt x="19974" y="11747"/>
                    <a:pt x="19874" y="6012"/>
                    <a:pt x="16277" y="2542"/>
                  </a:cubicBezTo>
                  <a:cubicBezTo>
                    <a:pt x="14518" y="845"/>
                    <a:pt x="12251" y="1"/>
                    <a:pt x="9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3875564" y="1342636"/>
              <a:ext cx="1392872" cy="1390717"/>
            </a:xfrm>
            <a:custGeom>
              <a:rect b="b" l="l" r="r" t="t"/>
              <a:pathLst>
                <a:path extrusionOk="0" h="18073" w="18101">
                  <a:moveTo>
                    <a:pt x="8464" y="0"/>
                  </a:moveTo>
                  <a:lnTo>
                    <a:pt x="8464" y="0"/>
                  </a:lnTo>
                  <a:cubicBezTo>
                    <a:pt x="8155" y="23"/>
                    <a:pt x="7850" y="59"/>
                    <a:pt x="7545" y="109"/>
                  </a:cubicBezTo>
                  <a:cubicBezTo>
                    <a:pt x="7368" y="2679"/>
                    <a:pt x="8223" y="5298"/>
                    <a:pt x="10101" y="7295"/>
                  </a:cubicBezTo>
                  <a:lnTo>
                    <a:pt x="9041" y="8395"/>
                  </a:lnTo>
                  <a:lnTo>
                    <a:pt x="2861" y="2429"/>
                  </a:lnTo>
                  <a:cubicBezTo>
                    <a:pt x="2752" y="2533"/>
                    <a:pt x="2643" y="2642"/>
                    <a:pt x="2538" y="2752"/>
                  </a:cubicBezTo>
                  <a:cubicBezTo>
                    <a:pt x="2429" y="2861"/>
                    <a:pt x="2329" y="2970"/>
                    <a:pt x="2229" y="3084"/>
                  </a:cubicBezTo>
                  <a:lnTo>
                    <a:pt x="8409" y="9050"/>
                  </a:lnTo>
                  <a:lnTo>
                    <a:pt x="7345" y="10151"/>
                  </a:lnTo>
                  <a:cubicBezTo>
                    <a:pt x="5553" y="8580"/>
                    <a:pt x="3312" y="7797"/>
                    <a:pt x="1074" y="7797"/>
                  </a:cubicBezTo>
                  <a:cubicBezTo>
                    <a:pt x="740" y="7797"/>
                    <a:pt x="406" y="7815"/>
                    <a:pt x="73" y="7849"/>
                  </a:cubicBezTo>
                  <a:cubicBezTo>
                    <a:pt x="37" y="8154"/>
                    <a:pt x="10" y="8463"/>
                    <a:pt x="1" y="8773"/>
                  </a:cubicBezTo>
                  <a:cubicBezTo>
                    <a:pt x="359" y="8728"/>
                    <a:pt x="720" y="8705"/>
                    <a:pt x="1081" y="8705"/>
                  </a:cubicBezTo>
                  <a:cubicBezTo>
                    <a:pt x="3088" y="8705"/>
                    <a:pt x="5098" y="9402"/>
                    <a:pt x="6713" y="10805"/>
                  </a:cubicBezTo>
                  <a:lnTo>
                    <a:pt x="2443" y="15230"/>
                  </a:lnTo>
                  <a:cubicBezTo>
                    <a:pt x="2547" y="15339"/>
                    <a:pt x="2652" y="15444"/>
                    <a:pt x="2761" y="15553"/>
                  </a:cubicBezTo>
                  <a:cubicBezTo>
                    <a:pt x="2875" y="15658"/>
                    <a:pt x="2984" y="15762"/>
                    <a:pt x="3098" y="15858"/>
                  </a:cubicBezTo>
                  <a:lnTo>
                    <a:pt x="7368" y="11438"/>
                  </a:lnTo>
                  <a:cubicBezTo>
                    <a:pt x="9087" y="13279"/>
                    <a:pt x="9846" y="15712"/>
                    <a:pt x="9637" y="18072"/>
                  </a:cubicBezTo>
                  <a:cubicBezTo>
                    <a:pt x="9946" y="18054"/>
                    <a:pt x="10251" y="18018"/>
                    <a:pt x="10556" y="17968"/>
                  </a:cubicBezTo>
                  <a:cubicBezTo>
                    <a:pt x="10733" y="15398"/>
                    <a:pt x="9878" y="12775"/>
                    <a:pt x="8000" y="10783"/>
                  </a:cubicBezTo>
                  <a:lnTo>
                    <a:pt x="9064" y="9682"/>
                  </a:lnTo>
                  <a:lnTo>
                    <a:pt x="15240" y="15644"/>
                  </a:lnTo>
                  <a:cubicBezTo>
                    <a:pt x="15353" y="15539"/>
                    <a:pt x="15458" y="15435"/>
                    <a:pt x="15567" y="15326"/>
                  </a:cubicBezTo>
                  <a:cubicBezTo>
                    <a:pt x="15672" y="15217"/>
                    <a:pt x="15772" y="15103"/>
                    <a:pt x="15872" y="14989"/>
                  </a:cubicBezTo>
                  <a:lnTo>
                    <a:pt x="9692" y="9027"/>
                  </a:lnTo>
                  <a:lnTo>
                    <a:pt x="10756" y="7927"/>
                  </a:lnTo>
                  <a:cubicBezTo>
                    <a:pt x="12548" y="9498"/>
                    <a:pt x="14788" y="10280"/>
                    <a:pt x="17027" y="10280"/>
                  </a:cubicBezTo>
                  <a:cubicBezTo>
                    <a:pt x="17361" y="10280"/>
                    <a:pt x="17695" y="10263"/>
                    <a:pt x="18027" y="10228"/>
                  </a:cubicBezTo>
                  <a:cubicBezTo>
                    <a:pt x="18068" y="9919"/>
                    <a:pt x="18091" y="9609"/>
                    <a:pt x="18100" y="9305"/>
                  </a:cubicBezTo>
                  <a:lnTo>
                    <a:pt x="18100" y="9305"/>
                  </a:lnTo>
                  <a:cubicBezTo>
                    <a:pt x="17746" y="9349"/>
                    <a:pt x="17389" y="9371"/>
                    <a:pt x="17032" y="9371"/>
                  </a:cubicBezTo>
                  <a:cubicBezTo>
                    <a:pt x="15021" y="9371"/>
                    <a:pt x="13006" y="8673"/>
                    <a:pt x="11388" y="7267"/>
                  </a:cubicBezTo>
                  <a:lnTo>
                    <a:pt x="15658" y="2847"/>
                  </a:lnTo>
                  <a:cubicBezTo>
                    <a:pt x="15554" y="2738"/>
                    <a:pt x="15449" y="2629"/>
                    <a:pt x="15340" y="2524"/>
                  </a:cubicBezTo>
                  <a:cubicBezTo>
                    <a:pt x="15231" y="2415"/>
                    <a:pt x="15117" y="2315"/>
                    <a:pt x="15003" y="2215"/>
                  </a:cubicBezTo>
                  <a:lnTo>
                    <a:pt x="10733" y="6640"/>
                  </a:lnTo>
                  <a:cubicBezTo>
                    <a:pt x="9014" y="4793"/>
                    <a:pt x="8255" y="2365"/>
                    <a:pt x="8464" y="0"/>
                  </a:cubicBezTo>
                  <a:close/>
                </a:path>
              </a:pathLst>
            </a:custGeom>
            <a:solidFill>
              <a:srgbClr val="2518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6" name="Google Shape;286;p4"/>
            <p:cNvGrpSpPr/>
            <p:nvPr/>
          </p:nvGrpSpPr>
          <p:grpSpPr>
            <a:xfrm>
              <a:off x="4086943" y="2674452"/>
              <a:ext cx="967338" cy="2055942"/>
              <a:chOff x="4086943" y="2674452"/>
              <a:chExt cx="967338" cy="2055942"/>
            </a:xfrm>
          </p:grpSpPr>
          <p:sp>
            <p:nvSpPr>
              <p:cNvPr id="287" name="Google Shape;287;p4"/>
              <p:cNvSpPr/>
              <p:nvPr/>
            </p:nvSpPr>
            <p:spPr>
              <a:xfrm>
                <a:off x="4086943" y="3464323"/>
                <a:ext cx="719559" cy="231619"/>
              </a:xfrm>
              <a:custGeom>
                <a:rect b="b" l="l" r="r" t="t"/>
                <a:pathLst>
                  <a:path extrusionOk="0" h="3010" w="9351">
                    <a:moveTo>
                      <a:pt x="8510" y="1"/>
                    </a:moveTo>
                    <a:cubicBezTo>
                      <a:pt x="8488" y="1"/>
                      <a:pt x="8467" y="2"/>
                      <a:pt x="8445" y="4"/>
                    </a:cubicBezTo>
                    <a:cubicBezTo>
                      <a:pt x="5840" y="245"/>
                      <a:pt x="3238" y="486"/>
                      <a:pt x="633" y="732"/>
                    </a:cubicBezTo>
                    <a:cubicBezTo>
                      <a:pt x="269" y="763"/>
                      <a:pt x="0" y="1095"/>
                      <a:pt x="37" y="1468"/>
                    </a:cubicBezTo>
                    <a:cubicBezTo>
                      <a:pt x="91" y="1982"/>
                      <a:pt x="150" y="2496"/>
                      <a:pt x="214" y="3010"/>
                    </a:cubicBezTo>
                    <a:cubicBezTo>
                      <a:pt x="3261" y="2728"/>
                      <a:pt x="6303" y="2442"/>
                      <a:pt x="9350" y="2160"/>
                    </a:cubicBezTo>
                    <a:cubicBezTo>
                      <a:pt x="9282" y="1646"/>
                      <a:pt x="9223" y="1132"/>
                      <a:pt x="9173" y="613"/>
                    </a:cubicBezTo>
                    <a:cubicBezTo>
                      <a:pt x="9134" y="267"/>
                      <a:pt x="8846" y="1"/>
                      <a:pt x="8510" y="1"/>
                    </a:cubicBezTo>
                    <a:close/>
                  </a:path>
                </a:pathLst>
              </a:custGeom>
              <a:solidFill>
                <a:srgbClr val="DE682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4572644" y="2674452"/>
                <a:ext cx="177985" cy="565583"/>
              </a:xfrm>
              <a:custGeom>
                <a:rect b="b" l="l" r="r" t="t"/>
                <a:pathLst>
                  <a:path extrusionOk="0" h="7350" w="2313">
                    <a:moveTo>
                      <a:pt x="1399" y="0"/>
                    </a:moveTo>
                    <a:cubicBezTo>
                      <a:pt x="1367" y="0"/>
                      <a:pt x="1334" y="2"/>
                      <a:pt x="1301" y="5"/>
                    </a:cubicBezTo>
                    <a:cubicBezTo>
                      <a:pt x="715" y="60"/>
                      <a:pt x="201" y="587"/>
                      <a:pt x="160" y="1183"/>
                    </a:cubicBezTo>
                    <a:cubicBezTo>
                      <a:pt x="41" y="2906"/>
                      <a:pt x="1" y="4634"/>
                      <a:pt x="41" y="6363"/>
                    </a:cubicBezTo>
                    <a:cubicBezTo>
                      <a:pt x="50" y="6929"/>
                      <a:pt x="492" y="7349"/>
                      <a:pt x="1034" y="7349"/>
                    </a:cubicBezTo>
                    <a:cubicBezTo>
                      <a:pt x="1067" y="7349"/>
                      <a:pt x="1100" y="7348"/>
                      <a:pt x="1133" y="7345"/>
                    </a:cubicBezTo>
                    <a:cubicBezTo>
                      <a:pt x="1715" y="7290"/>
                      <a:pt x="2170" y="6763"/>
                      <a:pt x="2156" y="6167"/>
                    </a:cubicBezTo>
                    <a:cubicBezTo>
                      <a:pt x="2120" y="4439"/>
                      <a:pt x="2161" y="2706"/>
                      <a:pt x="2274" y="983"/>
                    </a:cubicBezTo>
                    <a:cubicBezTo>
                      <a:pt x="2313" y="421"/>
                      <a:pt x="1931" y="0"/>
                      <a:pt x="1399" y="0"/>
                    </a:cubicBezTo>
                    <a:close/>
                  </a:path>
                </a:pathLst>
              </a:custGeom>
              <a:solidFill>
                <a:srgbClr val="E9B2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4087635" y="2993940"/>
                <a:ext cx="966646" cy="1736454"/>
              </a:xfrm>
              <a:custGeom>
                <a:rect b="b" l="l" r="r" t="t"/>
                <a:pathLst>
                  <a:path extrusionOk="0" h="22566" w="12562">
                    <a:moveTo>
                      <a:pt x="8450" y="0"/>
                    </a:moveTo>
                    <a:lnTo>
                      <a:pt x="8450" y="0"/>
                    </a:lnTo>
                    <a:cubicBezTo>
                      <a:pt x="5667" y="260"/>
                      <a:pt x="2879" y="519"/>
                      <a:pt x="96" y="778"/>
                    </a:cubicBezTo>
                    <a:cubicBezTo>
                      <a:pt x="1" y="8127"/>
                      <a:pt x="1292" y="15521"/>
                      <a:pt x="3911" y="22566"/>
                    </a:cubicBezTo>
                    <a:lnTo>
                      <a:pt x="12561" y="22566"/>
                    </a:lnTo>
                    <a:cubicBezTo>
                      <a:pt x="9746" y="15285"/>
                      <a:pt x="8355" y="7622"/>
                      <a:pt x="8450" y="0"/>
                    </a:cubicBezTo>
                    <a:close/>
                  </a:path>
                </a:pathLst>
              </a:custGeom>
              <a:solidFill>
                <a:srgbClr val="E9B2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4574414" y="3061808"/>
                <a:ext cx="173984" cy="348968"/>
              </a:xfrm>
              <a:custGeom>
                <a:rect b="b" l="l" r="r" t="t"/>
                <a:pathLst>
                  <a:path extrusionOk="0" h="4535" w="2261">
                    <a:moveTo>
                      <a:pt x="1158" y="1"/>
                    </a:moveTo>
                    <a:cubicBezTo>
                      <a:pt x="1125" y="1"/>
                      <a:pt x="1093" y="2"/>
                      <a:pt x="1060" y="5"/>
                    </a:cubicBezTo>
                    <a:cubicBezTo>
                      <a:pt x="478" y="60"/>
                      <a:pt x="0" y="587"/>
                      <a:pt x="14" y="1188"/>
                    </a:cubicBezTo>
                    <a:cubicBezTo>
                      <a:pt x="28" y="1974"/>
                      <a:pt x="59" y="2761"/>
                      <a:pt x="105" y="3548"/>
                    </a:cubicBezTo>
                    <a:cubicBezTo>
                      <a:pt x="139" y="4110"/>
                      <a:pt x="599" y="4535"/>
                      <a:pt x="1140" y="4535"/>
                    </a:cubicBezTo>
                    <a:cubicBezTo>
                      <a:pt x="1172" y="4535"/>
                      <a:pt x="1205" y="4533"/>
                      <a:pt x="1237" y="4530"/>
                    </a:cubicBezTo>
                    <a:cubicBezTo>
                      <a:pt x="1824" y="4476"/>
                      <a:pt x="2260" y="3948"/>
                      <a:pt x="2224" y="3348"/>
                    </a:cubicBezTo>
                    <a:cubicBezTo>
                      <a:pt x="2179" y="2561"/>
                      <a:pt x="2147" y="1774"/>
                      <a:pt x="2133" y="988"/>
                    </a:cubicBezTo>
                    <a:cubicBezTo>
                      <a:pt x="2120" y="425"/>
                      <a:pt x="1698" y="1"/>
                      <a:pt x="1158" y="1"/>
                    </a:cubicBezTo>
                    <a:close/>
                  </a:path>
                </a:pathLst>
              </a:custGeom>
              <a:solidFill>
                <a:srgbClr val="E297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4411667" y="2878133"/>
                <a:ext cx="165519" cy="282483"/>
              </a:xfrm>
              <a:custGeom>
                <a:rect b="b" l="l" r="r" t="t"/>
                <a:pathLst>
                  <a:path extrusionOk="0" h="3671" w="2151">
                    <a:moveTo>
                      <a:pt x="1212" y="0"/>
                    </a:moveTo>
                    <a:cubicBezTo>
                      <a:pt x="1180" y="0"/>
                      <a:pt x="1148" y="2"/>
                      <a:pt x="1115" y="5"/>
                    </a:cubicBezTo>
                    <a:cubicBezTo>
                      <a:pt x="528" y="59"/>
                      <a:pt x="32" y="587"/>
                      <a:pt x="19" y="1183"/>
                    </a:cubicBezTo>
                    <a:cubicBezTo>
                      <a:pt x="5" y="1683"/>
                      <a:pt x="1" y="2183"/>
                      <a:pt x="1" y="2683"/>
                    </a:cubicBezTo>
                    <a:cubicBezTo>
                      <a:pt x="1" y="3250"/>
                      <a:pt x="430" y="3670"/>
                      <a:pt x="971" y="3670"/>
                    </a:cubicBezTo>
                    <a:cubicBezTo>
                      <a:pt x="1003" y="3670"/>
                      <a:pt x="1036" y="3669"/>
                      <a:pt x="1069" y="3666"/>
                    </a:cubicBezTo>
                    <a:cubicBezTo>
                      <a:pt x="1656" y="3611"/>
                      <a:pt x="2120" y="3083"/>
                      <a:pt x="2120" y="2488"/>
                    </a:cubicBezTo>
                    <a:cubicBezTo>
                      <a:pt x="2120" y="1987"/>
                      <a:pt x="2124" y="1487"/>
                      <a:pt x="2138" y="987"/>
                    </a:cubicBezTo>
                    <a:cubicBezTo>
                      <a:pt x="2151" y="425"/>
                      <a:pt x="1751" y="0"/>
                      <a:pt x="1212" y="0"/>
                    </a:cubicBezTo>
                    <a:close/>
                  </a:path>
                </a:pathLst>
              </a:custGeom>
              <a:solidFill>
                <a:srgbClr val="E297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4252844" y="2920070"/>
                <a:ext cx="164827" cy="282868"/>
              </a:xfrm>
              <a:custGeom>
                <a:rect b="b" l="l" r="r" t="t"/>
                <a:pathLst>
                  <a:path extrusionOk="0" h="3676" w="2142">
                    <a:moveTo>
                      <a:pt x="1202" y="1"/>
                    </a:moveTo>
                    <a:cubicBezTo>
                      <a:pt x="1170" y="1"/>
                      <a:pt x="1138" y="2"/>
                      <a:pt x="1105" y="5"/>
                    </a:cubicBezTo>
                    <a:cubicBezTo>
                      <a:pt x="518" y="60"/>
                      <a:pt x="27" y="588"/>
                      <a:pt x="14" y="1183"/>
                    </a:cubicBezTo>
                    <a:cubicBezTo>
                      <a:pt x="5" y="1684"/>
                      <a:pt x="0" y="2188"/>
                      <a:pt x="5" y="2689"/>
                    </a:cubicBezTo>
                    <a:cubicBezTo>
                      <a:pt x="9" y="3251"/>
                      <a:pt x="443" y="3675"/>
                      <a:pt x="985" y="3675"/>
                    </a:cubicBezTo>
                    <a:cubicBezTo>
                      <a:pt x="1017" y="3675"/>
                      <a:pt x="1049" y="3674"/>
                      <a:pt x="1082" y="3671"/>
                    </a:cubicBezTo>
                    <a:cubicBezTo>
                      <a:pt x="1664" y="3616"/>
                      <a:pt x="2128" y="3089"/>
                      <a:pt x="2124" y="2488"/>
                    </a:cubicBezTo>
                    <a:cubicBezTo>
                      <a:pt x="2119" y="1988"/>
                      <a:pt x="2124" y="1488"/>
                      <a:pt x="2133" y="988"/>
                    </a:cubicBezTo>
                    <a:cubicBezTo>
                      <a:pt x="2141" y="425"/>
                      <a:pt x="1737" y="1"/>
                      <a:pt x="1202" y="1"/>
                    </a:cubicBezTo>
                    <a:close/>
                  </a:path>
                </a:pathLst>
              </a:custGeom>
              <a:solidFill>
                <a:srgbClr val="E297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4094637" y="2963853"/>
                <a:ext cx="163827" cy="282791"/>
              </a:xfrm>
              <a:custGeom>
                <a:rect b="b" l="l" r="r" t="t"/>
                <a:pathLst>
                  <a:path extrusionOk="0" h="3675" w="2129">
                    <a:moveTo>
                      <a:pt x="1185" y="0"/>
                    </a:moveTo>
                    <a:cubicBezTo>
                      <a:pt x="1153" y="0"/>
                      <a:pt x="1120" y="2"/>
                      <a:pt x="1087" y="5"/>
                    </a:cubicBezTo>
                    <a:cubicBezTo>
                      <a:pt x="501" y="59"/>
                      <a:pt x="14" y="587"/>
                      <a:pt x="5" y="1183"/>
                    </a:cubicBezTo>
                    <a:cubicBezTo>
                      <a:pt x="0" y="1683"/>
                      <a:pt x="0" y="2183"/>
                      <a:pt x="5" y="2688"/>
                    </a:cubicBezTo>
                    <a:cubicBezTo>
                      <a:pt x="14" y="3250"/>
                      <a:pt x="452" y="3675"/>
                      <a:pt x="990" y="3675"/>
                    </a:cubicBezTo>
                    <a:cubicBezTo>
                      <a:pt x="1022" y="3675"/>
                      <a:pt x="1055" y="3673"/>
                      <a:pt x="1087" y="3670"/>
                    </a:cubicBezTo>
                    <a:cubicBezTo>
                      <a:pt x="1674" y="3616"/>
                      <a:pt x="2129" y="3088"/>
                      <a:pt x="2124" y="2488"/>
                    </a:cubicBezTo>
                    <a:cubicBezTo>
                      <a:pt x="2115" y="1988"/>
                      <a:pt x="2115" y="1487"/>
                      <a:pt x="2124" y="987"/>
                    </a:cubicBezTo>
                    <a:cubicBezTo>
                      <a:pt x="2129" y="425"/>
                      <a:pt x="1724" y="0"/>
                      <a:pt x="1185" y="0"/>
                    </a:cubicBezTo>
                    <a:close/>
                  </a:path>
                </a:pathLst>
              </a:custGeom>
              <a:solidFill>
                <a:srgbClr val="E297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4385812" y="3245252"/>
                <a:ext cx="391599" cy="406604"/>
              </a:xfrm>
              <a:custGeom>
                <a:rect b="b" l="l" r="r" t="t"/>
                <a:pathLst>
                  <a:path extrusionOk="0" h="5284" w="5089">
                    <a:moveTo>
                      <a:pt x="3934" y="1"/>
                    </a:moveTo>
                    <a:cubicBezTo>
                      <a:pt x="3823" y="1"/>
                      <a:pt x="3711" y="6"/>
                      <a:pt x="3597" y="18"/>
                    </a:cubicBezTo>
                    <a:cubicBezTo>
                      <a:pt x="1578" y="204"/>
                      <a:pt x="0" y="2055"/>
                      <a:pt x="218" y="4111"/>
                    </a:cubicBezTo>
                    <a:cubicBezTo>
                      <a:pt x="250" y="4420"/>
                      <a:pt x="287" y="4725"/>
                      <a:pt x="323" y="5034"/>
                    </a:cubicBezTo>
                    <a:cubicBezTo>
                      <a:pt x="1910" y="5116"/>
                      <a:pt x="3497" y="5202"/>
                      <a:pt x="5089" y="5284"/>
                    </a:cubicBezTo>
                    <a:cubicBezTo>
                      <a:pt x="4857" y="3551"/>
                      <a:pt x="4702" y="1810"/>
                      <a:pt x="4630" y="72"/>
                    </a:cubicBezTo>
                    <a:cubicBezTo>
                      <a:pt x="4404" y="26"/>
                      <a:pt x="4171" y="1"/>
                      <a:pt x="3934" y="1"/>
                    </a:cubicBezTo>
                    <a:close/>
                  </a:path>
                </a:pathLst>
              </a:custGeom>
              <a:solidFill>
                <a:srgbClr val="E297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"/>
              <p:cNvSpPr/>
              <p:nvPr/>
            </p:nvSpPr>
            <p:spPr>
              <a:xfrm>
                <a:off x="4108257" y="3665773"/>
                <a:ext cx="728332" cy="248395"/>
              </a:xfrm>
              <a:custGeom>
                <a:rect b="b" l="l" r="r" t="t"/>
                <a:pathLst>
                  <a:path extrusionOk="0" h="3228" w="9465">
                    <a:moveTo>
                      <a:pt x="9132" y="1"/>
                    </a:moveTo>
                    <a:cubicBezTo>
                      <a:pt x="9182" y="374"/>
                      <a:pt x="8932" y="701"/>
                      <a:pt x="8569" y="733"/>
                    </a:cubicBezTo>
                    <a:cubicBezTo>
                      <a:pt x="5963" y="979"/>
                      <a:pt x="3362" y="1220"/>
                      <a:pt x="756" y="1461"/>
                    </a:cubicBezTo>
                    <a:cubicBezTo>
                      <a:pt x="734" y="1463"/>
                      <a:pt x="712" y="1464"/>
                      <a:pt x="691" y="1464"/>
                    </a:cubicBezTo>
                    <a:cubicBezTo>
                      <a:pt x="352" y="1464"/>
                      <a:pt x="48" y="1202"/>
                      <a:pt x="1" y="851"/>
                    </a:cubicBezTo>
                    <a:lnTo>
                      <a:pt x="1" y="851"/>
                    </a:lnTo>
                    <a:cubicBezTo>
                      <a:pt x="78" y="1442"/>
                      <a:pt x="169" y="2029"/>
                      <a:pt x="265" y="2616"/>
                    </a:cubicBezTo>
                    <a:cubicBezTo>
                      <a:pt x="325" y="2964"/>
                      <a:pt x="642" y="3228"/>
                      <a:pt x="984" y="3228"/>
                    </a:cubicBezTo>
                    <a:cubicBezTo>
                      <a:pt x="1004" y="3228"/>
                      <a:pt x="1023" y="3227"/>
                      <a:pt x="1042" y="3225"/>
                    </a:cubicBezTo>
                    <a:cubicBezTo>
                      <a:pt x="3648" y="2980"/>
                      <a:pt x="6249" y="2739"/>
                      <a:pt x="8855" y="2493"/>
                    </a:cubicBezTo>
                    <a:cubicBezTo>
                      <a:pt x="9219" y="2461"/>
                      <a:pt x="9464" y="2134"/>
                      <a:pt x="9401" y="1761"/>
                    </a:cubicBezTo>
                    <a:cubicBezTo>
                      <a:pt x="9305" y="1179"/>
                      <a:pt x="9214" y="588"/>
                      <a:pt x="9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"/>
              <p:cNvSpPr/>
              <p:nvPr/>
            </p:nvSpPr>
            <p:spPr>
              <a:xfrm>
                <a:off x="4089713" y="3512185"/>
                <a:ext cx="722714" cy="248702"/>
              </a:xfrm>
              <a:custGeom>
                <a:rect b="b" l="l" r="r" t="t"/>
                <a:pathLst>
                  <a:path extrusionOk="0" h="3232" w="9392">
                    <a:moveTo>
                      <a:pt x="9137" y="0"/>
                    </a:moveTo>
                    <a:cubicBezTo>
                      <a:pt x="9173" y="373"/>
                      <a:pt x="8914" y="701"/>
                      <a:pt x="8550" y="737"/>
                    </a:cubicBezTo>
                    <a:cubicBezTo>
                      <a:pt x="5945" y="978"/>
                      <a:pt x="3339" y="1219"/>
                      <a:pt x="738" y="1465"/>
                    </a:cubicBezTo>
                    <a:cubicBezTo>
                      <a:pt x="718" y="1466"/>
                      <a:pt x="698" y="1467"/>
                      <a:pt x="679" y="1467"/>
                    </a:cubicBezTo>
                    <a:cubicBezTo>
                      <a:pt x="335" y="1467"/>
                      <a:pt x="40" y="1204"/>
                      <a:pt x="1" y="851"/>
                    </a:cubicBezTo>
                    <a:lnTo>
                      <a:pt x="1" y="851"/>
                    </a:lnTo>
                    <a:cubicBezTo>
                      <a:pt x="64" y="1442"/>
                      <a:pt x="133" y="2029"/>
                      <a:pt x="210" y="2620"/>
                    </a:cubicBezTo>
                    <a:cubicBezTo>
                      <a:pt x="257" y="2969"/>
                      <a:pt x="562" y="3232"/>
                      <a:pt x="906" y="3232"/>
                    </a:cubicBezTo>
                    <a:cubicBezTo>
                      <a:pt x="926" y="3232"/>
                      <a:pt x="945" y="3231"/>
                      <a:pt x="965" y="3229"/>
                    </a:cubicBezTo>
                    <a:cubicBezTo>
                      <a:pt x="3566" y="2988"/>
                      <a:pt x="6172" y="2743"/>
                      <a:pt x="8778" y="2502"/>
                    </a:cubicBezTo>
                    <a:cubicBezTo>
                      <a:pt x="9142" y="2465"/>
                      <a:pt x="9392" y="2138"/>
                      <a:pt x="9346" y="1765"/>
                    </a:cubicBezTo>
                    <a:cubicBezTo>
                      <a:pt x="9264" y="1178"/>
                      <a:pt x="9196" y="592"/>
                      <a:pt x="91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4099870" y="3601752"/>
                <a:ext cx="721329" cy="218692"/>
              </a:xfrm>
              <a:custGeom>
                <a:rect b="b" l="l" r="r" t="t"/>
                <a:pathLst>
                  <a:path extrusionOk="0" h="2842" w="9374">
                    <a:moveTo>
                      <a:pt x="9137" y="1"/>
                    </a:moveTo>
                    <a:cubicBezTo>
                      <a:pt x="9137" y="2"/>
                      <a:pt x="9137" y="4"/>
                      <a:pt x="9137" y="5"/>
                    </a:cubicBezTo>
                    <a:lnTo>
                      <a:pt x="9137" y="5"/>
                    </a:lnTo>
                    <a:cubicBezTo>
                      <a:pt x="9137" y="4"/>
                      <a:pt x="9137" y="2"/>
                      <a:pt x="9137" y="1"/>
                    </a:cubicBezTo>
                    <a:close/>
                    <a:moveTo>
                      <a:pt x="9137" y="5"/>
                    </a:moveTo>
                    <a:cubicBezTo>
                      <a:pt x="9180" y="376"/>
                      <a:pt x="8926" y="701"/>
                      <a:pt x="8559" y="737"/>
                    </a:cubicBezTo>
                    <a:cubicBezTo>
                      <a:pt x="5958" y="978"/>
                      <a:pt x="3352" y="1224"/>
                      <a:pt x="747" y="1465"/>
                    </a:cubicBezTo>
                    <a:cubicBezTo>
                      <a:pt x="727" y="1467"/>
                      <a:pt x="708" y="1468"/>
                      <a:pt x="689" y="1468"/>
                    </a:cubicBezTo>
                    <a:cubicBezTo>
                      <a:pt x="348" y="1468"/>
                      <a:pt x="44" y="1204"/>
                      <a:pt x="1" y="856"/>
                    </a:cubicBezTo>
                    <a:lnTo>
                      <a:pt x="1" y="856"/>
                    </a:lnTo>
                    <a:cubicBezTo>
                      <a:pt x="55" y="1315"/>
                      <a:pt x="119" y="1774"/>
                      <a:pt x="187" y="2229"/>
                    </a:cubicBezTo>
                    <a:cubicBezTo>
                      <a:pt x="234" y="2579"/>
                      <a:pt x="542" y="2842"/>
                      <a:pt x="881" y="2842"/>
                    </a:cubicBezTo>
                    <a:cubicBezTo>
                      <a:pt x="903" y="2842"/>
                      <a:pt x="925" y="2841"/>
                      <a:pt x="947" y="2838"/>
                    </a:cubicBezTo>
                    <a:cubicBezTo>
                      <a:pt x="3552" y="2597"/>
                      <a:pt x="6158" y="2356"/>
                      <a:pt x="8759" y="2111"/>
                    </a:cubicBezTo>
                    <a:cubicBezTo>
                      <a:pt x="9128" y="2079"/>
                      <a:pt x="9373" y="1751"/>
                      <a:pt x="9319" y="1379"/>
                    </a:cubicBezTo>
                    <a:cubicBezTo>
                      <a:pt x="9255" y="921"/>
                      <a:pt x="9192" y="463"/>
                      <a:pt x="913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8" name="Google Shape;298;p4"/>
          <p:cNvSpPr txBox="1"/>
          <p:nvPr/>
        </p:nvSpPr>
        <p:spPr>
          <a:xfrm>
            <a:off x="630494" y="1012764"/>
            <a:ext cx="2505262" cy="830956"/>
          </a:xfrm>
          <a:prstGeom prst="rect">
            <a:avLst/>
          </a:prstGeom>
          <a:solidFill>
            <a:srgbClr val="FFFFFF"/>
          </a:solidFill>
          <a:ln cap="flat" cmpd="thickThin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Difference is found for most independent variables: team1 minus team 2.</a:t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4"/>
          <p:cNvSpPr txBox="1"/>
          <p:nvPr/>
        </p:nvSpPr>
        <p:spPr>
          <a:xfrm>
            <a:off x="5819377" y="1011209"/>
            <a:ext cx="2831400" cy="830956"/>
          </a:xfrm>
          <a:prstGeom prst="rect">
            <a:avLst/>
          </a:prstGeom>
          <a:solidFill>
            <a:srgbClr val="FFFFFF"/>
          </a:solidFill>
          <a:ln cap="flat" cmpd="thickThin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except for num_over_time (for each game, team 1 and team 2 have the same value).</a:t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4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301" name="Google Shape;3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"/>
          <p:cNvSpPr txBox="1"/>
          <p:nvPr>
            <p:ph type="title"/>
          </p:nvPr>
        </p:nvSpPr>
        <p:spPr>
          <a:xfrm>
            <a:off x="457200" y="41037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Variable Selection</a:t>
            </a:r>
            <a:endParaRPr sz="2400"/>
          </a:p>
        </p:txBody>
      </p:sp>
      <p:grpSp>
        <p:nvGrpSpPr>
          <p:cNvPr id="307" name="Google Shape;307;p5"/>
          <p:cNvGrpSpPr/>
          <p:nvPr/>
        </p:nvGrpSpPr>
        <p:grpSpPr>
          <a:xfrm>
            <a:off x="8566509" y="186483"/>
            <a:ext cx="460515" cy="460215"/>
            <a:chOff x="3445825" y="2694100"/>
            <a:chExt cx="268350" cy="268175"/>
          </a:xfrm>
        </p:grpSpPr>
        <p:sp>
          <p:nvSpPr>
            <p:cNvPr id="308" name="Google Shape;308;p5"/>
            <p:cNvSpPr/>
            <p:nvPr/>
          </p:nvSpPr>
          <p:spPr>
            <a:xfrm>
              <a:off x="3499900" y="2694100"/>
              <a:ext cx="69900" cy="124200"/>
            </a:xfrm>
            <a:custGeom>
              <a:rect b="b" l="l" r="r" t="t"/>
              <a:pathLst>
                <a:path extrusionOk="0" h="4968" w="2796">
                  <a:moveTo>
                    <a:pt x="2795" y="1"/>
                  </a:moveTo>
                  <a:cubicBezTo>
                    <a:pt x="1752" y="79"/>
                    <a:pt x="792" y="455"/>
                    <a:pt x="0" y="1044"/>
                  </a:cubicBezTo>
                  <a:cubicBezTo>
                    <a:pt x="1099" y="2069"/>
                    <a:pt x="1765" y="3471"/>
                    <a:pt x="1869" y="4968"/>
                  </a:cubicBezTo>
                  <a:lnTo>
                    <a:pt x="2795" y="4968"/>
                  </a:lnTo>
                  <a:lnTo>
                    <a:pt x="27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3445825" y="2733475"/>
              <a:ext cx="80700" cy="84825"/>
            </a:xfrm>
            <a:custGeom>
              <a:rect b="b" l="l" r="r" t="t"/>
              <a:pathLst>
                <a:path extrusionOk="0" h="3393" w="3228">
                  <a:moveTo>
                    <a:pt x="1553" y="1"/>
                  </a:moveTo>
                  <a:cubicBezTo>
                    <a:pt x="671" y="883"/>
                    <a:pt x="100" y="2073"/>
                    <a:pt x="0" y="3393"/>
                  </a:cubicBezTo>
                  <a:lnTo>
                    <a:pt x="3228" y="3393"/>
                  </a:lnTo>
                  <a:cubicBezTo>
                    <a:pt x="3124" y="2095"/>
                    <a:pt x="2527" y="879"/>
                    <a:pt x="15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3589675" y="2694100"/>
              <a:ext cx="70000" cy="124200"/>
            </a:xfrm>
            <a:custGeom>
              <a:rect b="b" l="l" r="r" t="t"/>
              <a:pathLst>
                <a:path extrusionOk="0" h="4968" w="2800">
                  <a:moveTo>
                    <a:pt x="0" y="1"/>
                  </a:moveTo>
                  <a:lnTo>
                    <a:pt x="0" y="4968"/>
                  </a:lnTo>
                  <a:lnTo>
                    <a:pt x="930" y="4968"/>
                  </a:lnTo>
                  <a:cubicBezTo>
                    <a:pt x="1034" y="3471"/>
                    <a:pt x="1700" y="2069"/>
                    <a:pt x="2799" y="1044"/>
                  </a:cubicBezTo>
                  <a:cubicBezTo>
                    <a:pt x="2008" y="455"/>
                    <a:pt x="1043" y="7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3445825" y="2838175"/>
              <a:ext cx="80700" cy="84725"/>
            </a:xfrm>
            <a:custGeom>
              <a:rect b="b" l="l" r="r" t="t"/>
              <a:pathLst>
                <a:path extrusionOk="0" h="3389" w="3228">
                  <a:moveTo>
                    <a:pt x="0" y="1"/>
                  </a:moveTo>
                  <a:cubicBezTo>
                    <a:pt x="100" y="1320"/>
                    <a:pt x="671" y="2506"/>
                    <a:pt x="1553" y="3388"/>
                  </a:cubicBezTo>
                  <a:cubicBezTo>
                    <a:pt x="2527" y="2510"/>
                    <a:pt x="3124" y="1299"/>
                    <a:pt x="3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3589675" y="2838175"/>
              <a:ext cx="70000" cy="124100"/>
            </a:xfrm>
            <a:custGeom>
              <a:rect b="b" l="l" r="r" t="t"/>
              <a:pathLst>
                <a:path extrusionOk="0" h="4964" w="2800">
                  <a:moveTo>
                    <a:pt x="0" y="1"/>
                  </a:moveTo>
                  <a:lnTo>
                    <a:pt x="0" y="4963"/>
                  </a:lnTo>
                  <a:cubicBezTo>
                    <a:pt x="1043" y="4885"/>
                    <a:pt x="2008" y="4509"/>
                    <a:pt x="2799" y="3920"/>
                  </a:cubicBezTo>
                  <a:cubicBezTo>
                    <a:pt x="1700" y="2895"/>
                    <a:pt x="1034" y="1493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3633575" y="2838175"/>
              <a:ext cx="80600" cy="84725"/>
            </a:xfrm>
            <a:custGeom>
              <a:rect b="b" l="l" r="r" t="t"/>
              <a:pathLst>
                <a:path extrusionOk="0" h="3389" w="3224">
                  <a:moveTo>
                    <a:pt x="1" y="1"/>
                  </a:moveTo>
                  <a:cubicBezTo>
                    <a:pt x="104" y="1299"/>
                    <a:pt x="697" y="2510"/>
                    <a:pt x="1675" y="3388"/>
                  </a:cubicBezTo>
                  <a:cubicBezTo>
                    <a:pt x="2553" y="2506"/>
                    <a:pt x="3129" y="1320"/>
                    <a:pt x="3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3633575" y="2733475"/>
              <a:ext cx="80600" cy="84825"/>
            </a:xfrm>
            <a:custGeom>
              <a:rect b="b" l="l" r="r" t="t"/>
              <a:pathLst>
                <a:path extrusionOk="0" h="3393" w="3224">
                  <a:moveTo>
                    <a:pt x="1675" y="1"/>
                  </a:moveTo>
                  <a:cubicBezTo>
                    <a:pt x="697" y="879"/>
                    <a:pt x="104" y="2095"/>
                    <a:pt x="1" y="3393"/>
                  </a:cubicBezTo>
                  <a:lnTo>
                    <a:pt x="3224" y="3393"/>
                  </a:lnTo>
                  <a:cubicBezTo>
                    <a:pt x="3129" y="2073"/>
                    <a:pt x="2553" y="883"/>
                    <a:pt x="1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3499900" y="2838175"/>
              <a:ext cx="69900" cy="124100"/>
            </a:xfrm>
            <a:custGeom>
              <a:rect b="b" l="l" r="r" t="t"/>
              <a:pathLst>
                <a:path extrusionOk="0" h="4964" w="2796">
                  <a:moveTo>
                    <a:pt x="1869" y="1"/>
                  </a:moveTo>
                  <a:cubicBezTo>
                    <a:pt x="1765" y="1493"/>
                    <a:pt x="1099" y="2895"/>
                    <a:pt x="0" y="3920"/>
                  </a:cubicBezTo>
                  <a:cubicBezTo>
                    <a:pt x="792" y="4509"/>
                    <a:pt x="1752" y="4885"/>
                    <a:pt x="2795" y="4963"/>
                  </a:cubicBezTo>
                  <a:lnTo>
                    <a:pt x="27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5"/>
          <p:cNvGrpSpPr/>
          <p:nvPr/>
        </p:nvGrpSpPr>
        <p:grpSpPr>
          <a:xfrm>
            <a:off x="8496697" y="1160156"/>
            <a:ext cx="366173" cy="462189"/>
            <a:chOff x="590550" y="2633875"/>
            <a:chExt cx="213375" cy="269325"/>
          </a:xfrm>
        </p:grpSpPr>
        <p:sp>
          <p:nvSpPr>
            <p:cNvPr id="317" name="Google Shape;317;p5"/>
            <p:cNvSpPr/>
            <p:nvPr/>
          </p:nvSpPr>
          <p:spPr>
            <a:xfrm>
              <a:off x="590550" y="2633875"/>
              <a:ext cx="213375" cy="78775"/>
            </a:xfrm>
            <a:custGeom>
              <a:rect b="b" l="l" r="r" t="t"/>
              <a:pathLst>
                <a:path extrusionOk="0" h="3151" w="8535">
                  <a:moveTo>
                    <a:pt x="2499" y="0"/>
                  </a:moveTo>
                  <a:cubicBezTo>
                    <a:pt x="2447" y="0"/>
                    <a:pt x="2395" y="9"/>
                    <a:pt x="2348" y="26"/>
                  </a:cubicBezTo>
                  <a:lnTo>
                    <a:pt x="262" y="723"/>
                  </a:lnTo>
                  <a:cubicBezTo>
                    <a:pt x="254" y="727"/>
                    <a:pt x="249" y="731"/>
                    <a:pt x="245" y="740"/>
                  </a:cubicBezTo>
                  <a:cubicBezTo>
                    <a:pt x="1" y="1209"/>
                    <a:pt x="292" y="1564"/>
                    <a:pt x="622" y="1564"/>
                  </a:cubicBezTo>
                  <a:cubicBezTo>
                    <a:pt x="661" y="1564"/>
                    <a:pt x="700" y="1559"/>
                    <a:pt x="738" y="1549"/>
                  </a:cubicBezTo>
                  <a:lnTo>
                    <a:pt x="1984" y="1238"/>
                  </a:lnTo>
                  <a:cubicBezTo>
                    <a:pt x="2002" y="1233"/>
                    <a:pt x="2023" y="1233"/>
                    <a:pt x="2040" y="1233"/>
                  </a:cubicBezTo>
                  <a:lnTo>
                    <a:pt x="3987" y="1233"/>
                  </a:lnTo>
                  <a:cubicBezTo>
                    <a:pt x="4204" y="1389"/>
                    <a:pt x="4156" y="1631"/>
                    <a:pt x="3992" y="1709"/>
                  </a:cubicBezTo>
                  <a:lnTo>
                    <a:pt x="2923" y="2246"/>
                  </a:lnTo>
                  <a:cubicBezTo>
                    <a:pt x="2685" y="2367"/>
                    <a:pt x="2590" y="2652"/>
                    <a:pt x="2707" y="2886"/>
                  </a:cubicBezTo>
                  <a:cubicBezTo>
                    <a:pt x="2791" y="3051"/>
                    <a:pt x="2960" y="3151"/>
                    <a:pt x="3135" y="3151"/>
                  </a:cubicBezTo>
                  <a:cubicBezTo>
                    <a:pt x="3195" y="3151"/>
                    <a:pt x="3255" y="3139"/>
                    <a:pt x="3312" y="3115"/>
                  </a:cubicBezTo>
                  <a:lnTo>
                    <a:pt x="6276" y="2016"/>
                  </a:lnTo>
                  <a:cubicBezTo>
                    <a:pt x="6311" y="2003"/>
                    <a:pt x="6337" y="1973"/>
                    <a:pt x="6350" y="1938"/>
                  </a:cubicBezTo>
                  <a:cubicBezTo>
                    <a:pt x="6409" y="1772"/>
                    <a:pt x="6560" y="1675"/>
                    <a:pt x="6716" y="1675"/>
                  </a:cubicBezTo>
                  <a:cubicBezTo>
                    <a:pt x="6743" y="1675"/>
                    <a:pt x="6769" y="1678"/>
                    <a:pt x="6795" y="1683"/>
                  </a:cubicBezTo>
                  <a:lnTo>
                    <a:pt x="8050" y="1947"/>
                  </a:lnTo>
                  <a:cubicBezTo>
                    <a:pt x="8078" y="1953"/>
                    <a:pt x="8107" y="1956"/>
                    <a:pt x="8134" y="1956"/>
                  </a:cubicBezTo>
                  <a:cubicBezTo>
                    <a:pt x="8351" y="1956"/>
                    <a:pt x="8534" y="1784"/>
                    <a:pt x="8534" y="1558"/>
                  </a:cubicBezTo>
                  <a:lnTo>
                    <a:pt x="8534" y="403"/>
                  </a:lnTo>
                  <a:cubicBezTo>
                    <a:pt x="8534" y="182"/>
                    <a:pt x="8357" y="0"/>
                    <a:pt x="8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671950" y="2716525"/>
              <a:ext cx="80925" cy="186675"/>
            </a:xfrm>
            <a:custGeom>
              <a:rect b="b" l="l" r="r" t="t"/>
              <a:pathLst>
                <a:path extrusionOk="0" h="7467" w="3237">
                  <a:moveTo>
                    <a:pt x="1094" y="1"/>
                  </a:moveTo>
                  <a:cubicBezTo>
                    <a:pt x="901" y="1"/>
                    <a:pt x="716" y="122"/>
                    <a:pt x="649" y="315"/>
                  </a:cubicBezTo>
                  <a:lnTo>
                    <a:pt x="69" y="2033"/>
                  </a:lnTo>
                  <a:cubicBezTo>
                    <a:pt x="26" y="2171"/>
                    <a:pt x="0" y="2314"/>
                    <a:pt x="0" y="2457"/>
                  </a:cubicBezTo>
                  <a:lnTo>
                    <a:pt x="0" y="7393"/>
                  </a:lnTo>
                  <a:cubicBezTo>
                    <a:pt x="0" y="7432"/>
                    <a:pt x="35" y="7467"/>
                    <a:pt x="78" y="7467"/>
                  </a:cubicBezTo>
                  <a:lnTo>
                    <a:pt x="1324" y="7467"/>
                  </a:lnTo>
                  <a:cubicBezTo>
                    <a:pt x="1623" y="7467"/>
                    <a:pt x="1817" y="7155"/>
                    <a:pt x="1683" y="6891"/>
                  </a:cubicBezTo>
                  <a:cubicBezTo>
                    <a:pt x="1545" y="6541"/>
                    <a:pt x="1696" y="6303"/>
                    <a:pt x="1787" y="6212"/>
                  </a:cubicBezTo>
                  <a:cubicBezTo>
                    <a:pt x="1960" y="6044"/>
                    <a:pt x="2094" y="5836"/>
                    <a:pt x="2181" y="5611"/>
                  </a:cubicBezTo>
                  <a:lnTo>
                    <a:pt x="3115" y="3119"/>
                  </a:lnTo>
                  <a:cubicBezTo>
                    <a:pt x="3236" y="2820"/>
                    <a:pt x="3029" y="2469"/>
                    <a:pt x="2649" y="2469"/>
                  </a:cubicBezTo>
                  <a:cubicBezTo>
                    <a:pt x="2567" y="2469"/>
                    <a:pt x="2477" y="2485"/>
                    <a:pt x="2380" y="2522"/>
                  </a:cubicBezTo>
                  <a:cubicBezTo>
                    <a:pt x="2358" y="2530"/>
                    <a:pt x="2341" y="2548"/>
                    <a:pt x="2332" y="2565"/>
                  </a:cubicBezTo>
                  <a:lnTo>
                    <a:pt x="1709" y="3794"/>
                  </a:lnTo>
                  <a:cubicBezTo>
                    <a:pt x="1667" y="3877"/>
                    <a:pt x="1580" y="3931"/>
                    <a:pt x="1484" y="3931"/>
                  </a:cubicBezTo>
                  <a:cubicBezTo>
                    <a:pt x="1401" y="3931"/>
                    <a:pt x="1312" y="3890"/>
                    <a:pt x="1242" y="3794"/>
                  </a:cubicBezTo>
                  <a:cubicBezTo>
                    <a:pt x="1233" y="3785"/>
                    <a:pt x="1229" y="3776"/>
                    <a:pt x="1229" y="3768"/>
                  </a:cubicBezTo>
                  <a:lnTo>
                    <a:pt x="1229" y="2262"/>
                  </a:lnTo>
                  <a:cubicBezTo>
                    <a:pt x="1229" y="1977"/>
                    <a:pt x="1268" y="1696"/>
                    <a:pt x="1337" y="1419"/>
                  </a:cubicBezTo>
                  <a:lnTo>
                    <a:pt x="1592" y="411"/>
                  </a:lnTo>
                  <a:cubicBezTo>
                    <a:pt x="1640" y="212"/>
                    <a:pt x="1514" y="51"/>
                    <a:pt x="1302" y="51"/>
                  </a:cubicBezTo>
                  <a:cubicBezTo>
                    <a:pt x="1235" y="17"/>
                    <a:pt x="1164" y="1"/>
                    <a:pt x="1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5"/>
          <p:cNvSpPr txBox="1"/>
          <p:nvPr/>
        </p:nvSpPr>
        <p:spPr>
          <a:xfrm>
            <a:off x="2258159" y="1196068"/>
            <a:ext cx="2401652" cy="360000"/>
          </a:xfrm>
          <a:prstGeom prst="rect">
            <a:avLst/>
          </a:prstGeom>
          <a:solidFill>
            <a:srgbClr val="F0BF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Predictor Importance</a:t>
            </a:r>
            <a:endParaRPr b="1" i="0" sz="1800" u="none" cap="none" strike="noStrike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20" name="Google Shape;320;p5"/>
          <p:cNvPicPr preferRelativeResize="0"/>
          <p:nvPr/>
        </p:nvPicPr>
        <p:blipFill rotWithShape="1">
          <a:blip r:embed="rId3">
            <a:alphaModFix/>
          </a:blip>
          <a:srcRect b="4624" l="0" r="0" t="0"/>
          <a:stretch/>
        </p:blipFill>
        <p:spPr>
          <a:xfrm>
            <a:off x="270618" y="2270595"/>
            <a:ext cx="6376735" cy="25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/>
          </a:p>
        </p:txBody>
      </p:sp>
      <p:pic>
        <p:nvPicPr>
          <p:cNvPr id="322" name="Google Shape;3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3" name="Google Shape;323;p5"/>
          <p:cNvGraphicFramePr/>
          <p:nvPr/>
        </p:nvGraphicFramePr>
        <p:xfrm>
          <a:off x="6835522" y="1230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{071CF740-445E-4C22-B22E-B5E5084847C4}</a:tableStyleId>
              </a:tblPr>
              <a:tblGrid>
                <a:gridCol w="1661175"/>
              </a:tblGrid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Top 10 Variables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BPI_diff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adjoe_diff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W-L%_Coach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seed_diff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Strength_Schedule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adjde_diff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adjusted shooting 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oppstlrate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arate_diff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  <a:tr h="31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combined_fatigue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4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F18"/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5"/>
          <p:cNvSpPr txBox="1"/>
          <p:nvPr/>
        </p:nvSpPr>
        <p:spPr>
          <a:xfrm>
            <a:off x="1488232" y="1769061"/>
            <a:ext cx="3941506" cy="461624"/>
          </a:xfrm>
          <a:prstGeom prst="rect">
            <a:avLst/>
          </a:prstGeom>
          <a:solidFill>
            <a:srgbClr val="FFFFFF"/>
          </a:solidFill>
          <a:ln cap="flat" cmpd="thickThin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</a:t>
            </a: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 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select the </a:t>
            </a: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 variables 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have significant explanatory power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"/>
          <p:cNvSpPr txBox="1"/>
          <p:nvPr>
            <p:ph type="title"/>
          </p:nvPr>
        </p:nvSpPr>
        <p:spPr>
          <a:xfrm>
            <a:off x="457268" y="40716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building</a:t>
            </a:r>
            <a:endParaRPr b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330" name="Google Shape;330;p6"/>
          <p:cNvGrpSpPr/>
          <p:nvPr/>
        </p:nvGrpSpPr>
        <p:grpSpPr>
          <a:xfrm>
            <a:off x="4768732" y="3179407"/>
            <a:ext cx="3918136" cy="1568252"/>
            <a:chOff x="4768732" y="3179407"/>
            <a:chExt cx="3918136" cy="1568252"/>
          </a:xfrm>
        </p:grpSpPr>
        <p:cxnSp>
          <p:nvCxnSpPr>
            <p:cNvPr id="331" name="Google Shape;331;p6"/>
            <p:cNvCxnSpPr>
              <a:stCxn id="332" idx="5"/>
              <a:endCxn id="333" idx="1"/>
            </p:cNvCxnSpPr>
            <p:nvPr/>
          </p:nvCxnSpPr>
          <p:spPr>
            <a:xfrm>
              <a:off x="4768732" y="3179407"/>
              <a:ext cx="948900" cy="68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6"/>
            <p:cNvSpPr/>
            <p:nvPr/>
          </p:nvSpPr>
          <p:spPr>
            <a:xfrm>
              <a:off x="5625900" y="3777058"/>
              <a:ext cx="626100" cy="626100"/>
            </a:xfrm>
            <a:prstGeom prst="ellipse">
              <a:avLst/>
            </a:prstGeom>
            <a:solidFill>
              <a:srgbClr val="F88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"/>
            <p:cNvSpPr txBox="1"/>
            <p:nvPr/>
          </p:nvSpPr>
          <p:spPr>
            <a:xfrm>
              <a:off x="6890168" y="3612759"/>
              <a:ext cx="1796700" cy="1134900"/>
            </a:xfrm>
            <a:prstGeom prst="rect">
              <a:avLst/>
            </a:prstGeom>
            <a:solidFill>
              <a:srgbClr val="F88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Bayesian Logistic Regression (statistical model)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5" name="Google Shape;335;p6"/>
            <p:cNvCxnSpPr>
              <a:stCxn id="334" idx="1"/>
              <a:endCxn id="333" idx="6"/>
            </p:cNvCxnSpPr>
            <p:nvPr/>
          </p:nvCxnSpPr>
          <p:spPr>
            <a:xfrm rot="10800000">
              <a:off x="6252068" y="4090209"/>
              <a:ext cx="638100" cy="90000"/>
            </a:xfrm>
            <a:prstGeom prst="bentConnector3">
              <a:avLst>
                <a:gd fmla="val 50005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36" name="Google Shape;336;p6"/>
          <p:cNvGrpSpPr/>
          <p:nvPr/>
        </p:nvGrpSpPr>
        <p:grpSpPr>
          <a:xfrm>
            <a:off x="457218" y="1472210"/>
            <a:ext cx="3930100" cy="1325783"/>
            <a:chOff x="457218" y="1472210"/>
            <a:chExt cx="3930100" cy="1325783"/>
          </a:xfrm>
        </p:grpSpPr>
        <p:cxnSp>
          <p:nvCxnSpPr>
            <p:cNvPr id="337" name="Google Shape;337;p6"/>
            <p:cNvCxnSpPr>
              <a:stCxn id="332" idx="1"/>
              <a:endCxn id="338" idx="5"/>
            </p:cNvCxnSpPr>
            <p:nvPr/>
          </p:nvCxnSpPr>
          <p:spPr>
            <a:xfrm rot="10800000">
              <a:off x="3426418" y="2108593"/>
              <a:ext cx="960900" cy="68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9" name="Google Shape;339;p6"/>
            <p:cNvSpPr txBox="1"/>
            <p:nvPr/>
          </p:nvSpPr>
          <p:spPr>
            <a:xfrm>
              <a:off x="457218" y="1472210"/>
              <a:ext cx="1796700" cy="572700"/>
            </a:xfrm>
            <a:prstGeom prst="rect">
              <a:avLst/>
            </a:prstGeom>
            <a:solidFill>
              <a:srgbClr val="F0BF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b="1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Gaussian Naive Bayes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2892000" y="1574283"/>
              <a:ext cx="626100" cy="626100"/>
            </a:xfrm>
            <a:prstGeom prst="ellipse">
              <a:avLst/>
            </a:prstGeom>
            <a:solidFill>
              <a:srgbClr val="F0BF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" name="Google Shape;340;p6"/>
            <p:cNvCxnSpPr>
              <a:stCxn id="339" idx="3"/>
              <a:endCxn id="338" idx="2"/>
            </p:cNvCxnSpPr>
            <p:nvPr/>
          </p:nvCxnSpPr>
          <p:spPr>
            <a:xfrm>
              <a:off x="2253918" y="1758560"/>
              <a:ext cx="638100" cy="1287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1" name="Google Shape;341;p6"/>
          <p:cNvGrpSpPr/>
          <p:nvPr/>
        </p:nvGrpSpPr>
        <p:grpSpPr>
          <a:xfrm>
            <a:off x="457119" y="2625234"/>
            <a:ext cx="3851206" cy="676528"/>
            <a:chOff x="457119" y="2625234"/>
            <a:chExt cx="3851206" cy="676528"/>
          </a:xfrm>
        </p:grpSpPr>
        <p:cxnSp>
          <p:nvCxnSpPr>
            <p:cNvPr id="342" name="Google Shape;342;p6"/>
            <p:cNvCxnSpPr>
              <a:stCxn id="332" idx="2"/>
              <a:endCxn id="343" idx="6"/>
            </p:cNvCxnSpPr>
            <p:nvPr/>
          </p:nvCxnSpPr>
          <p:spPr>
            <a:xfrm rot="10800000">
              <a:off x="3184825" y="2988700"/>
              <a:ext cx="1123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4" name="Google Shape;344;p6"/>
            <p:cNvSpPr txBox="1"/>
            <p:nvPr/>
          </p:nvSpPr>
          <p:spPr>
            <a:xfrm>
              <a:off x="457119" y="2625234"/>
              <a:ext cx="1796700" cy="648300"/>
            </a:xfrm>
            <a:prstGeom prst="rect">
              <a:avLst/>
            </a:prstGeom>
            <a:solidFill>
              <a:srgbClr val="DB27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Random Forest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2558638" y="2675662"/>
              <a:ext cx="626100" cy="626100"/>
            </a:xfrm>
            <a:prstGeom prst="ellipse">
              <a:avLst/>
            </a:prstGeom>
            <a:solidFill>
              <a:srgbClr val="DB27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6"/>
            <p:cNvCxnSpPr>
              <a:stCxn id="344" idx="3"/>
              <a:endCxn id="343" idx="2"/>
            </p:cNvCxnSpPr>
            <p:nvPr/>
          </p:nvCxnSpPr>
          <p:spPr>
            <a:xfrm>
              <a:off x="2253819" y="2949384"/>
              <a:ext cx="304800" cy="39300"/>
            </a:xfrm>
            <a:prstGeom prst="bentConnector3">
              <a:avLst>
                <a:gd fmla="val 50003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6" name="Google Shape;346;p6"/>
          <p:cNvGrpSpPr/>
          <p:nvPr/>
        </p:nvGrpSpPr>
        <p:grpSpPr>
          <a:xfrm>
            <a:off x="457218" y="3179407"/>
            <a:ext cx="3930100" cy="1553729"/>
            <a:chOff x="457218" y="3179407"/>
            <a:chExt cx="3930100" cy="1553729"/>
          </a:xfrm>
        </p:grpSpPr>
        <p:cxnSp>
          <p:nvCxnSpPr>
            <p:cNvPr id="347" name="Google Shape;347;p6"/>
            <p:cNvCxnSpPr>
              <a:stCxn id="332" idx="3"/>
              <a:endCxn id="348" idx="7"/>
            </p:cNvCxnSpPr>
            <p:nvPr/>
          </p:nvCxnSpPr>
          <p:spPr>
            <a:xfrm flipH="1">
              <a:off x="3426418" y="3179407"/>
              <a:ext cx="960900" cy="68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9" name="Google Shape;349;p6"/>
            <p:cNvSpPr txBox="1"/>
            <p:nvPr/>
          </p:nvSpPr>
          <p:spPr>
            <a:xfrm>
              <a:off x="457218" y="3777036"/>
              <a:ext cx="1796700" cy="956100"/>
            </a:xfrm>
            <a:prstGeom prst="rect">
              <a:avLst/>
            </a:prstGeom>
            <a:solidFill>
              <a:srgbClr val="F88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Support Vector Machine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2892000" y="3777058"/>
              <a:ext cx="626100" cy="626100"/>
            </a:xfrm>
            <a:prstGeom prst="ellipse">
              <a:avLst/>
            </a:prstGeom>
            <a:solidFill>
              <a:srgbClr val="F88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0" name="Google Shape;350;p6"/>
            <p:cNvCxnSpPr>
              <a:stCxn id="349" idx="3"/>
              <a:endCxn id="348" idx="2"/>
            </p:cNvCxnSpPr>
            <p:nvPr/>
          </p:nvCxnSpPr>
          <p:spPr>
            <a:xfrm flipH="1" rot="10800000">
              <a:off x="2253918" y="4090086"/>
              <a:ext cx="638100" cy="1650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1" name="Google Shape;351;p6"/>
          <p:cNvGrpSpPr/>
          <p:nvPr/>
        </p:nvGrpSpPr>
        <p:grpSpPr>
          <a:xfrm>
            <a:off x="4768732" y="1472211"/>
            <a:ext cx="3918136" cy="1325782"/>
            <a:chOff x="4768732" y="1472211"/>
            <a:chExt cx="3918136" cy="1325782"/>
          </a:xfrm>
        </p:grpSpPr>
        <p:cxnSp>
          <p:nvCxnSpPr>
            <p:cNvPr id="352" name="Google Shape;352;p6"/>
            <p:cNvCxnSpPr>
              <a:stCxn id="332" idx="7"/>
              <a:endCxn id="353" idx="3"/>
            </p:cNvCxnSpPr>
            <p:nvPr/>
          </p:nvCxnSpPr>
          <p:spPr>
            <a:xfrm flipH="1" rot="10800000">
              <a:off x="4768732" y="2108593"/>
              <a:ext cx="948900" cy="68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3" name="Google Shape;353;p6"/>
            <p:cNvSpPr/>
            <p:nvPr/>
          </p:nvSpPr>
          <p:spPr>
            <a:xfrm>
              <a:off x="5625900" y="1574283"/>
              <a:ext cx="626100" cy="626100"/>
            </a:xfrm>
            <a:prstGeom prst="ellipse">
              <a:avLst/>
            </a:prstGeom>
            <a:solidFill>
              <a:srgbClr val="F0BF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 txBox="1"/>
            <p:nvPr/>
          </p:nvSpPr>
          <p:spPr>
            <a:xfrm>
              <a:off x="6890168" y="1472211"/>
              <a:ext cx="1796700" cy="572700"/>
            </a:xfrm>
            <a:prstGeom prst="rect">
              <a:avLst/>
            </a:prstGeom>
            <a:solidFill>
              <a:srgbClr val="F0BF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XG Boosting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5" name="Google Shape;355;p6"/>
            <p:cNvCxnSpPr>
              <a:endCxn id="353" idx="6"/>
            </p:cNvCxnSpPr>
            <p:nvPr/>
          </p:nvCxnSpPr>
          <p:spPr>
            <a:xfrm flipH="1">
              <a:off x="6252000" y="1646433"/>
              <a:ext cx="638100" cy="2409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6" name="Google Shape;356;p6"/>
          <p:cNvGrpSpPr/>
          <p:nvPr/>
        </p:nvGrpSpPr>
        <p:grpSpPr>
          <a:xfrm>
            <a:off x="4847725" y="2625234"/>
            <a:ext cx="3839144" cy="676528"/>
            <a:chOff x="4847725" y="2625234"/>
            <a:chExt cx="3839144" cy="676528"/>
          </a:xfrm>
        </p:grpSpPr>
        <p:cxnSp>
          <p:nvCxnSpPr>
            <p:cNvPr id="357" name="Google Shape;357;p6"/>
            <p:cNvCxnSpPr>
              <a:stCxn id="332" idx="6"/>
              <a:endCxn id="358" idx="2"/>
            </p:cNvCxnSpPr>
            <p:nvPr/>
          </p:nvCxnSpPr>
          <p:spPr>
            <a:xfrm>
              <a:off x="4847725" y="2988700"/>
              <a:ext cx="1111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8" name="Google Shape;358;p6"/>
            <p:cNvSpPr/>
            <p:nvPr/>
          </p:nvSpPr>
          <p:spPr>
            <a:xfrm>
              <a:off x="5959238" y="2675662"/>
              <a:ext cx="626100" cy="626100"/>
            </a:xfrm>
            <a:prstGeom prst="ellipse">
              <a:avLst/>
            </a:prstGeom>
            <a:solidFill>
              <a:srgbClr val="DB27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 txBox="1"/>
            <p:nvPr/>
          </p:nvSpPr>
          <p:spPr>
            <a:xfrm>
              <a:off x="6890169" y="2625234"/>
              <a:ext cx="1796700" cy="676500"/>
            </a:xfrm>
            <a:prstGeom prst="rect">
              <a:avLst/>
            </a:prstGeom>
            <a:solidFill>
              <a:srgbClr val="DB27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Logistics Regression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0" name="Google Shape;360;p6"/>
            <p:cNvCxnSpPr>
              <a:stCxn id="359" idx="1"/>
              <a:endCxn id="358" idx="6"/>
            </p:cNvCxnSpPr>
            <p:nvPr/>
          </p:nvCxnSpPr>
          <p:spPr>
            <a:xfrm flipH="1">
              <a:off x="6585369" y="2963484"/>
              <a:ext cx="304800" cy="25200"/>
            </a:xfrm>
            <a:prstGeom prst="bentConnector3">
              <a:avLst>
                <a:gd fmla="val 50005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1" name="Google Shape;361;p6"/>
          <p:cNvGrpSpPr/>
          <p:nvPr/>
        </p:nvGrpSpPr>
        <p:grpSpPr>
          <a:xfrm>
            <a:off x="3642867" y="1455140"/>
            <a:ext cx="1980319" cy="3292525"/>
            <a:chOff x="3723117" y="1455140"/>
            <a:chExt cx="1980319" cy="3292525"/>
          </a:xfrm>
        </p:grpSpPr>
        <p:sp>
          <p:nvSpPr>
            <p:cNvPr id="362" name="Google Shape;362;p6"/>
            <p:cNvSpPr/>
            <p:nvPr/>
          </p:nvSpPr>
          <p:spPr>
            <a:xfrm>
              <a:off x="4827502" y="4315239"/>
              <a:ext cx="100772" cy="432426"/>
            </a:xfrm>
            <a:custGeom>
              <a:rect b="b" l="l" r="r" t="t"/>
              <a:pathLst>
                <a:path extrusionOk="0" h="6205" w="1446">
                  <a:moveTo>
                    <a:pt x="1" y="1"/>
                  </a:moveTo>
                  <a:lnTo>
                    <a:pt x="1" y="6205"/>
                  </a:lnTo>
                  <a:lnTo>
                    <a:pt x="1446" y="6205"/>
                  </a:lnTo>
                  <a:lnTo>
                    <a:pt x="1446" y="1"/>
                  </a:ln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4300503" y="4315239"/>
              <a:ext cx="100772" cy="432426"/>
            </a:xfrm>
            <a:custGeom>
              <a:rect b="b" l="l" r="r" t="t"/>
              <a:pathLst>
                <a:path extrusionOk="0" h="6205" w="1446">
                  <a:moveTo>
                    <a:pt x="0" y="1"/>
                  </a:moveTo>
                  <a:lnTo>
                    <a:pt x="0" y="6205"/>
                  </a:lnTo>
                  <a:lnTo>
                    <a:pt x="1445" y="6205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4741853" y="2737446"/>
              <a:ext cx="961583" cy="1219087"/>
            </a:xfrm>
            <a:custGeom>
              <a:rect b="b" l="l" r="r" t="t"/>
              <a:pathLst>
                <a:path extrusionOk="0" h="17493" w="13798">
                  <a:moveTo>
                    <a:pt x="10" y="1"/>
                  </a:moveTo>
                  <a:lnTo>
                    <a:pt x="1" y="1441"/>
                  </a:lnTo>
                  <a:lnTo>
                    <a:pt x="170" y="1446"/>
                  </a:lnTo>
                  <a:cubicBezTo>
                    <a:pt x="2510" y="1454"/>
                    <a:pt x="5422" y="1463"/>
                    <a:pt x="7568" y="2778"/>
                  </a:cubicBezTo>
                  <a:cubicBezTo>
                    <a:pt x="12223" y="5629"/>
                    <a:pt x="13041" y="11318"/>
                    <a:pt x="10886" y="14840"/>
                  </a:cubicBezTo>
                  <a:cubicBezTo>
                    <a:pt x="10527" y="15424"/>
                    <a:pt x="10081" y="15952"/>
                    <a:pt x="9562" y="16402"/>
                  </a:cubicBezTo>
                  <a:lnTo>
                    <a:pt x="10510" y="17492"/>
                  </a:lnTo>
                  <a:cubicBezTo>
                    <a:pt x="11141" y="16943"/>
                    <a:pt x="11682" y="16302"/>
                    <a:pt x="12115" y="15593"/>
                  </a:cubicBezTo>
                  <a:cubicBezTo>
                    <a:pt x="13426" y="13451"/>
                    <a:pt x="13798" y="10713"/>
                    <a:pt x="13132" y="8082"/>
                  </a:cubicBezTo>
                  <a:cubicBezTo>
                    <a:pt x="12439" y="5344"/>
                    <a:pt x="10730" y="3025"/>
                    <a:pt x="8321" y="1549"/>
                  </a:cubicBezTo>
                  <a:cubicBezTo>
                    <a:pt x="5829" y="27"/>
                    <a:pt x="2562" y="14"/>
                    <a:pt x="174" y="1"/>
                  </a:cubicBez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3946196" y="3857929"/>
              <a:ext cx="184330" cy="111574"/>
            </a:xfrm>
            <a:custGeom>
              <a:rect b="b" l="l" r="r" t="t"/>
              <a:pathLst>
                <a:path extrusionOk="0" h="1601" w="2645">
                  <a:moveTo>
                    <a:pt x="650" y="1"/>
                  </a:moveTo>
                  <a:cubicBezTo>
                    <a:pt x="407" y="1"/>
                    <a:pt x="180" y="155"/>
                    <a:pt x="100" y="397"/>
                  </a:cubicBezTo>
                  <a:cubicBezTo>
                    <a:pt x="1" y="696"/>
                    <a:pt x="165" y="1025"/>
                    <a:pt x="468" y="1124"/>
                  </a:cubicBezTo>
                  <a:lnTo>
                    <a:pt x="1813" y="1570"/>
                  </a:lnTo>
                  <a:cubicBezTo>
                    <a:pt x="1874" y="1592"/>
                    <a:pt x="1935" y="1600"/>
                    <a:pt x="1995" y="1600"/>
                  </a:cubicBezTo>
                  <a:cubicBezTo>
                    <a:pt x="2237" y="1600"/>
                    <a:pt x="2462" y="1449"/>
                    <a:pt x="2540" y="1207"/>
                  </a:cubicBezTo>
                  <a:cubicBezTo>
                    <a:pt x="2644" y="904"/>
                    <a:pt x="2480" y="575"/>
                    <a:pt x="2177" y="475"/>
                  </a:cubicBezTo>
                  <a:lnTo>
                    <a:pt x="831" y="30"/>
                  </a:lnTo>
                  <a:cubicBezTo>
                    <a:pt x="771" y="10"/>
                    <a:pt x="710" y="1"/>
                    <a:pt x="650" y="1"/>
                  </a:cubicBezTo>
                  <a:close/>
                </a:path>
              </a:pathLst>
            </a:custGeom>
            <a:solidFill>
              <a:srgbClr val="F2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3723117" y="2737446"/>
              <a:ext cx="657943" cy="1247381"/>
            </a:xfrm>
            <a:custGeom>
              <a:rect b="b" l="l" r="r" t="t"/>
              <a:pathLst>
                <a:path extrusionOk="0" h="17899" w="9441">
                  <a:moveTo>
                    <a:pt x="9440" y="1"/>
                  </a:moveTo>
                  <a:cubicBezTo>
                    <a:pt x="4236" y="1"/>
                    <a:pt x="0" y="4011"/>
                    <a:pt x="0" y="8948"/>
                  </a:cubicBezTo>
                  <a:cubicBezTo>
                    <a:pt x="0" y="13884"/>
                    <a:pt x="4236" y="17899"/>
                    <a:pt x="9440" y="17899"/>
                  </a:cubicBezTo>
                  <a:lnTo>
                    <a:pt x="9440" y="16454"/>
                  </a:lnTo>
                  <a:cubicBezTo>
                    <a:pt x="5032" y="16454"/>
                    <a:pt x="1445" y="13088"/>
                    <a:pt x="1445" y="8948"/>
                  </a:cubicBezTo>
                  <a:cubicBezTo>
                    <a:pt x="1445" y="4807"/>
                    <a:pt x="5032" y="1441"/>
                    <a:pt x="9440" y="1441"/>
                  </a:cubicBezTo>
                  <a:lnTo>
                    <a:pt x="9440" y="1"/>
                  </a:ln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4056865" y="3672135"/>
              <a:ext cx="1115040" cy="825339"/>
            </a:xfrm>
            <a:custGeom>
              <a:rect b="b" l="l" r="r" t="t"/>
              <a:pathLst>
                <a:path extrusionOk="0" h="11843" w="16000">
                  <a:moveTo>
                    <a:pt x="4063" y="0"/>
                  </a:moveTo>
                  <a:cubicBezTo>
                    <a:pt x="4063" y="0"/>
                    <a:pt x="217" y="2955"/>
                    <a:pt x="0" y="9735"/>
                  </a:cubicBezTo>
                  <a:cubicBezTo>
                    <a:pt x="194" y="9863"/>
                    <a:pt x="2757" y="11842"/>
                    <a:pt x="6157" y="11842"/>
                  </a:cubicBezTo>
                  <a:cubicBezTo>
                    <a:pt x="6554" y="11842"/>
                    <a:pt x="6963" y="11815"/>
                    <a:pt x="7381" y="11755"/>
                  </a:cubicBezTo>
                  <a:cubicBezTo>
                    <a:pt x="7429" y="11755"/>
                    <a:pt x="7667" y="4859"/>
                    <a:pt x="7667" y="4859"/>
                  </a:cubicBezTo>
                  <a:lnTo>
                    <a:pt x="8333" y="4859"/>
                  </a:lnTo>
                  <a:cubicBezTo>
                    <a:pt x="8333" y="4859"/>
                    <a:pt x="8575" y="11755"/>
                    <a:pt x="8623" y="11755"/>
                  </a:cubicBezTo>
                  <a:cubicBezTo>
                    <a:pt x="9040" y="11815"/>
                    <a:pt x="9449" y="11842"/>
                    <a:pt x="9846" y="11842"/>
                  </a:cubicBezTo>
                  <a:cubicBezTo>
                    <a:pt x="13243" y="11842"/>
                    <a:pt x="15806" y="9863"/>
                    <a:pt x="15999" y="9735"/>
                  </a:cubicBezTo>
                  <a:cubicBezTo>
                    <a:pt x="15783" y="2955"/>
                    <a:pt x="11941" y="0"/>
                    <a:pt x="11941" y="0"/>
                  </a:cubicBezTo>
                  <a:close/>
                </a:path>
              </a:pathLst>
            </a:custGeom>
            <a:solidFill>
              <a:srgbClr val="0054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5195956" y="3769213"/>
              <a:ext cx="367336" cy="285311"/>
            </a:xfrm>
            <a:custGeom>
              <a:rect b="b" l="l" r="r" t="t"/>
              <a:pathLst>
                <a:path extrusionOk="0" h="4094" w="5271">
                  <a:moveTo>
                    <a:pt x="3213" y="0"/>
                  </a:moveTo>
                  <a:cubicBezTo>
                    <a:pt x="2710" y="0"/>
                    <a:pt x="2160" y="155"/>
                    <a:pt x="1653" y="472"/>
                  </a:cubicBezTo>
                  <a:cubicBezTo>
                    <a:pt x="498" y="1195"/>
                    <a:pt x="1" y="2484"/>
                    <a:pt x="546" y="3353"/>
                  </a:cubicBezTo>
                  <a:cubicBezTo>
                    <a:pt x="851" y="3841"/>
                    <a:pt x="1419" y="4094"/>
                    <a:pt x="2061" y="4094"/>
                  </a:cubicBezTo>
                  <a:cubicBezTo>
                    <a:pt x="2565" y="4094"/>
                    <a:pt x="3115" y="3939"/>
                    <a:pt x="3622" y="3622"/>
                  </a:cubicBezTo>
                  <a:cubicBezTo>
                    <a:pt x="4777" y="2899"/>
                    <a:pt x="5270" y="1610"/>
                    <a:pt x="4729" y="740"/>
                  </a:cubicBezTo>
                  <a:cubicBezTo>
                    <a:pt x="4424" y="253"/>
                    <a:pt x="3856" y="0"/>
                    <a:pt x="3213" y="0"/>
                  </a:cubicBez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5253241" y="3772419"/>
              <a:ext cx="248793" cy="229907"/>
            </a:xfrm>
            <a:custGeom>
              <a:rect b="b" l="l" r="r" t="t"/>
              <a:pathLst>
                <a:path extrusionOk="0" h="3299" w="3570">
                  <a:moveTo>
                    <a:pt x="2942" y="0"/>
                  </a:moveTo>
                  <a:cubicBezTo>
                    <a:pt x="2672" y="0"/>
                    <a:pt x="2430" y="194"/>
                    <a:pt x="2380" y="469"/>
                  </a:cubicBezTo>
                  <a:cubicBezTo>
                    <a:pt x="2363" y="540"/>
                    <a:pt x="2045" y="2144"/>
                    <a:pt x="834" y="2144"/>
                  </a:cubicBezTo>
                  <a:cubicBezTo>
                    <a:pt x="781" y="2144"/>
                    <a:pt x="727" y="2141"/>
                    <a:pt x="671" y="2135"/>
                  </a:cubicBezTo>
                  <a:cubicBezTo>
                    <a:pt x="650" y="2133"/>
                    <a:pt x="628" y="2131"/>
                    <a:pt x="607" y="2131"/>
                  </a:cubicBezTo>
                  <a:cubicBezTo>
                    <a:pt x="318" y="2131"/>
                    <a:pt x="67" y="2347"/>
                    <a:pt x="35" y="2641"/>
                  </a:cubicBezTo>
                  <a:cubicBezTo>
                    <a:pt x="1" y="2961"/>
                    <a:pt x="226" y="3247"/>
                    <a:pt x="541" y="3281"/>
                  </a:cubicBezTo>
                  <a:cubicBezTo>
                    <a:pt x="650" y="3294"/>
                    <a:pt x="753" y="3299"/>
                    <a:pt x="857" y="3299"/>
                  </a:cubicBezTo>
                  <a:cubicBezTo>
                    <a:pt x="2570" y="3299"/>
                    <a:pt x="3341" y="1620"/>
                    <a:pt x="3514" y="677"/>
                  </a:cubicBezTo>
                  <a:cubicBezTo>
                    <a:pt x="3570" y="365"/>
                    <a:pt x="3362" y="67"/>
                    <a:pt x="3051" y="11"/>
                  </a:cubicBezTo>
                  <a:cubicBezTo>
                    <a:pt x="3014" y="4"/>
                    <a:pt x="2978" y="0"/>
                    <a:pt x="2942" y="0"/>
                  </a:cubicBezTo>
                  <a:close/>
                </a:path>
              </a:pathLst>
            </a:custGeom>
            <a:solidFill>
              <a:srgbClr val="FFC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5372970" y="3812352"/>
              <a:ext cx="149903" cy="149903"/>
            </a:xfrm>
            <a:custGeom>
              <a:rect b="b" l="l" r="r" t="t"/>
              <a:pathLst>
                <a:path extrusionOk="0" h="2151" w="2151">
                  <a:moveTo>
                    <a:pt x="1073" y="0"/>
                  </a:moveTo>
                  <a:cubicBezTo>
                    <a:pt x="480" y="0"/>
                    <a:pt x="0" y="485"/>
                    <a:pt x="0" y="1077"/>
                  </a:cubicBezTo>
                  <a:cubicBezTo>
                    <a:pt x="0" y="1670"/>
                    <a:pt x="480" y="2150"/>
                    <a:pt x="1073" y="2150"/>
                  </a:cubicBezTo>
                  <a:cubicBezTo>
                    <a:pt x="1666" y="2150"/>
                    <a:pt x="2150" y="1670"/>
                    <a:pt x="2150" y="1077"/>
                  </a:cubicBezTo>
                  <a:cubicBezTo>
                    <a:pt x="2150" y="485"/>
                    <a:pt x="1666" y="0"/>
                    <a:pt x="1073" y="0"/>
                  </a:cubicBez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3917832" y="3913403"/>
              <a:ext cx="184330" cy="111574"/>
            </a:xfrm>
            <a:custGeom>
              <a:rect b="b" l="l" r="r" t="t"/>
              <a:pathLst>
                <a:path extrusionOk="0" h="1601" w="2645">
                  <a:moveTo>
                    <a:pt x="651" y="1"/>
                  </a:moveTo>
                  <a:cubicBezTo>
                    <a:pt x="409" y="1"/>
                    <a:pt x="184" y="154"/>
                    <a:pt x="100" y="393"/>
                  </a:cubicBezTo>
                  <a:cubicBezTo>
                    <a:pt x="1" y="696"/>
                    <a:pt x="165" y="1025"/>
                    <a:pt x="468" y="1124"/>
                  </a:cubicBezTo>
                  <a:lnTo>
                    <a:pt x="1814" y="1570"/>
                  </a:lnTo>
                  <a:cubicBezTo>
                    <a:pt x="1874" y="1592"/>
                    <a:pt x="1935" y="1600"/>
                    <a:pt x="1995" y="1600"/>
                  </a:cubicBezTo>
                  <a:cubicBezTo>
                    <a:pt x="2238" y="1600"/>
                    <a:pt x="2463" y="1449"/>
                    <a:pt x="2545" y="1207"/>
                  </a:cubicBezTo>
                  <a:cubicBezTo>
                    <a:pt x="2644" y="904"/>
                    <a:pt x="2480" y="575"/>
                    <a:pt x="2177" y="475"/>
                  </a:cubicBezTo>
                  <a:lnTo>
                    <a:pt x="832" y="30"/>
                  </a:lnTo>
                  <a:cubicBezTo>
                    <a:pt x="772" y="10"/>
                    <a:pt x="711" y="1"/>
                    <a:pt x="651" y="1"/>
                  </a:cubicBezTo>
                  <a:close/>
                </a:path>
              </a:pathLst>
            </a:custGeom>
            <a:solidFill>
              <a:srgbClr val="FFC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3896158" y="3857860"/>
              <a:ext cx="297646" cy="219872"/>
            </a:xfrm>
            <a:custGeom>
              <a:rect b="b" l="l" r="r" t="t"/>
              <a:pathLst>
                <a:path extrusionOk="0" h="3155" w="4271">
                  <a:moveTo>
                    <a:pt x="3629" y="0"/>
                  </a:moveTo>
                  <a:cubicBezTo>
                    <a:pt x="3473" y="0"/>
                    <a:pt x="3317" y="64"/>
                    <a:pt x="3202" y="191"/>
                  </a:cubicBezTo>
                  <a:lnTo>
                    <a:pt x="1627" y="1913"/>
                  </a:lnTo>
                  <a:lnTo>
                    <a:pt x="831" y="1644"/>
                  </a:lnTo>
                  <a:cubicBezTo>
                    <a:pt x="771" y="1625"/>
                    <a:pt x="710" y="1615"/>
                    <a:pt x="651" y="1615"/>
                  </a:cubicBezTo>
                  <a:cubicBezTo>
                    <a:pt x="408" y="1615"/>
                    <a:pt x="183" y="1769"/>
                    <a:pt x="100" y="2012"/>
                  </a:cubicBezTo>
                  <a:cubicBezTo>
                    <a:pt x="0" y="2311"/>
                    <a:pt x="165" y="2640"/>
                    <a:pt x="463" y="2739"/>
                  </a:cubicBezTo>
                  <a:lnTo>
                    <a:pt x="1618" y="3124"/>
                  </a:lnTo>
                  <a:cubicBezTo>
                    <a:pt x="1679" y="3146"/>
                    <a:pt x="1740" y="3154"/>
                    <a:pt x="1800" y="3154"/>
                  </a:cubicBezTo>
                  <a:cubicBezTo>
                    <a:pt x="1960" y="3154"/>
                    <a:pt x="2116" y="3089"/>
                    <a:pt x="2229" y="2968"/>
                  </a:cubicBezTo>
                  <a:lnTo>
                    <a:pt x="4054" y="965"/>
                  </a:lnTo>
                  <a:cubicBezTo>
                    <a:pt x="4271" y="732"/>
                    <a:pt x="4253" y="368"/>
                    <a:pt x="4015" y="152"/>
                  </a:cubicBezTo>
                  <a:cubicBezTo>
                    <a:pt x="3906" y="50"/>
                    <a:pt x="3768" y="0"/>
                    <a:pt x="3629" y="0"/>
                  </a:cubicBez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4125580" y="3709837"/>
              <a:ext cx="284126" cy="327752"/>
            </a:xfrm>
            <a:custGeom>
              <a:rect b="b" l="l" r="r" t="t"/>
              <a:pathLst>
                <a:path extrusionOk="0" h="4703" w="4077">
                  <a:moveTo>
                    <a:pt x="2497" y="0"/>
                  </a:moveTo>
                  <a:cubicBezTo>
                    <a:pt x="1853" y="675"/>
                    <a:pt x="788" y="2003"/>
                    <a:pt x="1" y="4063"/>
                  </a:cubicBezTo>
                  <a:cubicBezTo>
                    <a:pt x="433" y="4461"/>
                    <a:pt x="1013" y="4703"/>
                    <a:pt x="1645" y="4703"/>
                  </a:cubicBezTo>
                  <a:cubicBezTo>
                    <a:pt x="2990" y="4703"/>
                    <a:pt x="4076" y="3617"/>
                    <a:pt x="4076" y="2272"/>
                  </a:cubicBezTo>
                  <a:cubicBezTo>
                    <a:pt x="4076" y="1233"/>
                    <a:pt x="3419" y="342"/>
                    <a:pt x="2497" y="0"/>
                  </a:cubicBez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4819070" y="3709837"/>
              <a:ext cx="284056" cy="327752"/>
            </a:xfrm>
            <a:custGeom>
              <a:rect b="b" l="l" r="r" t="t"/>
              <a:pathLst>
                <a:path extrusionOk="0" h="4703" w="4076">
                  <a:moveTo>
                    <a:pt x="1580" y="0"/>
                  </a:moveTo>
                  <a:cubicBezTo>
                    <a:pt x="658" y="342"/>
                    <a:pt x="1" y="1233"/>
                    <a:pt x="1" y="2272"/>
                  </a:cubicBezTo>
                  <a:cubicBezTo>
                    <a:pt x="1" y="3617"/>
                    <a:pt x="1091" y="4703"/>
                    <a:pt x="2432" y="4703"/>
                  </a:cubicBezTo>
                  <a:cubicBezTo>
                    <a:pt x="3064" y="4703"/>
                    <a:pt x="3643" y="4461"/>
                    <a:pt x="4076" y="4063"/>
                  </a:cubicBezTo>
                  <a:cubicBezTo>
                    <a:pt x="3289" y="2003"/>
                    <a:pt x="2229" y="675"/>
                    <a:pt x="1580" y="0"/>
                  </a:cubicBez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3955256" y="1455140"/>
              <a:ext cx="450825" cy="1041169"/>
            </a:xfrm>
            <a:custGeom>
              <a:rect b="b" l="l" r="r" t="t"/>
              <a:pathLst>
                <a:path extrusionOk="0" h="14940" w="6469">
                  <a:moveTo>
                    <a:pt x="3232" y="0"/>
                  </a:moveTo>
                  <a:cubicBezTo>
                    <a:pt x="1450" y="0"/>
                    <a:pt x="0" y="1450"/>
                    <a:pt x="0" y="3237"/>
                  </a:cubicBezTo>
                  <a:cubicBezTo>
                    <a:pt x="0" y="5023"/>
                    <a:pt x="1450" y="14939"/>
                    <a:pt x="3232" y="14939"/>
                  </a:cubicBezTo>
                  <a:cubicBezTo>
                    <a:pt x="5019" y="14939"/>
                    <a:pt x="6468" y="5023"/>
                    <a:pt x="6468" y="3237"/>
                  </a:cubicBezTo>
                  <a:cubicBezTo>
                    <a:pt x="6468" y="1450"/>
                    <a:pt x="5019" y="0"/>
                    <a:pt x="3232" y="0"/>
                  </a:cubicBezTo>
                  <a:close/>
                </a:path>
              </a:pathLst>
            </a:custGeom>
            <a:solidFill>
              <a:srgbClr val="9E4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4309493" y="1521764"/>
              <a:ext cx="145722" cy="145373"/>
            </a:xfrm>
            <a:custGeom>
              <a:rect b="b" l="l" r="r" t="t"/>
              <a:pathLst>
                <a:path extrusionOk="0" h="2086" w="2091">
                  <a:moveTo>
                    <a:pt x="1048" y="1"/>
                  </a:moveTo>
                  <a:cubicBezTo>
                    <a:pt x="468" y="1"/>
                    <a:pt x="1" y="468"/>
                    <a:pt x="1" y="1043"/>
                  </a:cubicBezTo>
                  <a:cubicBezTo>
                    <a:pt x="1" y="1619"/>
                    <a:pt x="468" y="2086"/>
                    <a:pt x="1048" y="2086"/>
                  </a:cubicBezTo>
                  <a:cubicBezTo>
                    <a:pt x="1623" y="2086"/>
                    <a:pt x="2091" y="1619"/>
                    <a:pt x="2091" y="1043"/>
                  </a:cubicBezTo>
                  <a:cubicBezTo>
                    <a:pt x="2091" y="468"/>
                    <a:pt x="1623" y="1"/>
                    <a:pt x="1048" y="1"/>
                  </a:cubicBez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4866389" y="2193232"/>
              <a:ext cx="222869" cy="222869"/>
            </a:xfrm>
            <a:custGeom>
              <a:rect b="b" l="l" r="r" t="t"/>
              <a:pathLst>
                <a:path extrusionOk="0" h="3198" w="3198">
                  <a:moveTo>
                    <a:pt x="1597" y="0"/>
                  </a:moveTo>
                  <a:cubicBezTo>
                    <a:pt x="715" y="0"/>
                    <a:pt x="1" y="719"/>
                    <a:pt x="1" y="1601"/>
                  </a:cubicBezTo>
                  <a:cubicBezTo>
                    <a:pt x="1" y="2484"/>
                    <a:pt x="715" y="3198"/>
                    <a:pt x="1597" y="3198"/>
                  </a:cubicBezTo>
                  <a:cubicBezTo>
                    <a:pt x="2480" y="3198"/>
                    <a:pt x="3198" y="2484"/>
                    <a:pt x="3198" y="1601"/>
                  </a:cubicBezTo>
                  <a:cubicBezTo>
                    <a:pt x="3198" y="719"/>
                    <a:pt x="2480" y="0"/>
                    <a:pt x="1597" y="0"/>
                  </a:cubicBezTo>
                  <a:close/>
                </a:path>
              </a:pathLst>
            </a:custGeom>
            <a:solidFill>
              <a:srgbClr val="FFC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4917682" y="2244455"/>
              <a:ext cx="120355" cy="120424"/>
            </a:xfrm>
            <a:custGeom>
              <a:rect b="b" l="l" r="r" t="t"/>
              <a:pathLst>
                <a:path extrusionOk="0" h="1728" w="1727">
                  <a:moveTo>
                    <a:pt x="861" y="1"/>
                  </a:moveTo>
                  <a:cubicBezTo>
                    <a:pt x="390" y="1"/>
                    <a:pt x="0" y="390"/>
                    <a:pt x="0" y="866"/>
                  </a:cubicBezTo>
                  <a:cubicBezTo>
                    <a:pt x="0" y="1342"/>
                    <a:pt x="390" y="1727"/>
                    <a:pt x="861" y="1727"/>
                  </a:cubicBezTo>
                  <a:cubicBezTo>
                    <a:pt x="1337" y="1727"/>
                    <a:pt x="1726" y="1342"/>
                    <a:pt x="1726" y="866"/>
                  </a:cubicBezTo>
                  <a:cubicBezTo>
                    <a:pt x="1726" y="390"/>
                    <a:pt x="1337" y="1"/>
                    <a:pt x="861" y="1"/>
                  </a:cubicBezTo>
                  <a:close/>
                </a:path>
              </a:pathLst>
            </a:custGeom>
            <a:solidFill>
              <a:srgbClr val="F2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4140981" y="2193232"/>
              <a:ext cx="222590" cy="222869"/>
            </a:xfrm>
            <a:custGeom>
              <a:rect b="b" l="l" r="r" t="t"/>
              <a:pathLst>
                <a:path extrusionOk="0" h="3198" w="3194">
                  <a:moveTo>
                    <a:pt x="1597" y="0"/>
                  </a:moveTo>
                  <a:cubicBezTo>
                    <a:pt x="714" y="0"/>
                    <a:pt x="0" y="719"/>
                    <a:pt x="0" y="1601"/>
                  </a:cubicBezTo>
                  <a:cubicBezTo>
                    <a:pt x="0" y="2484"/>
                    <a:pt x="714" y="3198"/>
                    <a:pt x="1597" y="3198"/>
                  </a:cubicBezTo>
                  <a:cubicBezTo>
                    <a:pt x="2479" y="3198"/>
                    <a:pt x="3193" y="2484"/>
                    <a:pt x="3193" y="1601"/>
                  </a:cubicBezTo>
                  <a:cubicBezTo>
                    <a:pt x="3193" y="719"/>
                    <a:pt x="2479" y="0"/>
                    <a:pt x="1597" y="0"/>
                  </a:cubicBezTo>
                  <a:close/>
                </a:path>
              </a:pathLst>
            </a:custGeom>
            <a:solidFill>
              <a:srgbClr val="FFC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4192204" y="2244455"/>
              <a:ext cx="120076" cy="120424"/>
            </a:xfrm>
            <a:custGeom>
              <a:rect b="b" l="l" r="r" t="t"/>
              <a:pathLst>
                <a:path extrusionOk="0" h="1728" w="1723">
                  <a:moveTo>
                    <a:pt x="862" y="1"/>
                  </a:moveTo>
                  <a:cubicBezTo>
                    <a:pt x="386" y="1"/>
                    <a:pt x="1" y="390"/>
                    <a:pt x="1" y="866"/>
                  </a:cubicBezTo>
                  <a:cubicBezTo>
                    <a:pt x="1" y="1342"/>
                    <a:pt x="386" y="1727"/>
                    <a:pt x="862" y="1727"/>
                  </a:cubicBezTo>
                  <a:cubicBezTo>
                    <a:pt x="1338" y="1727"/>
                    <a:pt x="1723" y="1342"/>
                    <a:pt x="1723" y="866"/>
                  </a:cubicBezTo>
                  <a:cubicBezTo>
                    <a:pt x="1723" y="390"/>
                    <a:pt x="1338" y="1"/>
                    <a:pt x="862" y="1"/>
                  </a:cubicBezTo>
                  <a:close/>
                </a:path>
              </a:pathLst>
            </a:custGeom>
            <a:solidFill>
              <a:srgbClr val="F2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4257643" y="1509081"/>
              <a:ext cx="714671" cy="1764481"/>
            </a:xfrm>
            <a:custGeom>
              <a:rect b="b" l="l" r="r" t="t"/>
              <a:pathLst>
                <a:path extrusionOk="0" h="25319" w="10255">
                  <a:moveTo>
                    <a:pt x="4985" y="1"/>
                  </a:moveTo>
                  <a:cubicBezTo>
                    <a:pt x="2289" y="1"/>
                    <a:pt x="83" y="2207"/>
                    <a:pt x="83" y="4903"/>
                  </a:cubicBezTo>
                  <a:lnTo>
                    <a:pt x="83" y="11102"/>
                  </a:lnTo>
                  <a:cubicBezTo>
                    <a:pt x="83" y="13452"/>
                    <a:pt x="1757" y="15429"/>
                    <a:pt x="3972" y="15896"/>
                  </a:cubicBezTo>
                  <a:lnTo>
                    <a:pt x="3972" y="17635"/>
                  </a:lnTo>
                  <a:lnTo>
                    <a:pt x="1" y="17635"/>
                  </a:lnTo>
                  <a:lnTo>
                    <a:pt x="1" y="25319"/>
                  </a:lnTo>
                  <a:lnTo>
                    <a:pt x="10254" y="25319"/>
                  </a:lnTo>
                  <a:lnTo>
                    <a:pt x="10254" y="17635"/>
                  </a:lnTo>
                  <a:lnTo>
                    <a:pt x="6287" y="17635"/>
                  </a:lnTo>
                  <a:lnTo>
                    <a:pt x="6287" y="15887"/>
                  </a:lnTo>
                  <a:cubicBezTo>
                    <a:pt x="8481" y="15403"/>
                    <a:pt x="10138" y="13439"/>
                    <a:pt x="10138" y="11102"/>
                  </a:cubicBezTo>
                  <a:lnTo>
                    <a:pt x="10138" y="4903"/>
                  </a:lnTo>
                  <a:cubicBezTo>
                    <a:pt x="10138" y="2207"/>
                    <a:pt x="7931" y="1"/>
                    <a:pt x="5236" y="1"/>
                  </a:cubicBezTo>
                  <a:close/>
                </a:path>
              </a:pathLst>
            </a:custGeom>
            <a:solidFill>
              <a:srgbClr val="FFD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4263358" y="1474514"/>
              <a:ext cx="700803" cy="486018"/>
            </a:xfrm>
            <a:custGeom>
              <a:rect b="b" l="l" r="r" t="t"/>
              <a:pathLst>
                <a:path extrusionOk="0" h="6974" w="10056">
                  <a:moveTo>
                    <a:pt x="5855" y="1"/>
                  </a:moveTo>
                  <a:cubicBezTo>
                    <a:pt x="2724" y="1"/>
                    <a:pt x="1710" y="1691"/>
                    <a:pt x="1710" y="1691"/>
                  </a:cubicBezTo>
                  <a:cubicBezTo>
                    <a:pt x="503" y="2080"/>
                    <a:pt x="1" y="2967"/>
                    <a:pt x="1" y="4265"/>
                  </a:cubicBezTo>
                  <a:lnTo>
                    <a:pt x="1" y="6710"/>
                  </a:lnTo>
                  <a:cubicBezTo>
                    <a:pt x="1" y="6710"/>
                    <a:pt x="9112" y="6973"/>
                    <a:pt x="10056" y="6973"/>
                  </a:cubicBezTo>
                  <a:lnTo>
                    <a:pt x="10056" y="4062"/>
                  </a:lnTo>
                  <a:cubicBezTo>
                    <a:pt x="10056" y="1899"/>
                    <a:pt x="8299" y="60"/>
                    <a:pt x="6088" y="4"/>
                  </a:cubicBezTo>
                  <a:cubicBezTo>
                    <a:pt x="6009" y="2"/>
                    <a:pt x="5932" y="1"/>
                    <a:pt x="5855" y="1"/>
                  </a:cubicBezTo>
                  <a:close/>
                </a:path>
              </a:pathLst>
            </a:custGeom>
            <a:solidFill>
              <a:srgbClr val="BF6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4263358" y="1474514"/>
              <a:ext cx="441486" cy="467620"/>
            </a:xfrm>
            <a:custGeom>
              <a:rect b="b" l="l" r="r" t="t"/>
              <a:pathLst>
                <a:path extrusionOk="0" h="6710" w="6335">
                  <a:moveTo>
                    <a:pt x="5855" y="1"/>
                  </a:moveTo>
                  <a:cubicBezTo>
                    <a:pt x="2724" y="1"/>
                    <a:pt x="1710" y="1691"/>
                    <a:pt x="1710" y="1691"/>
                  </a:cubicBezTo>
                  <a:cubicBezTo>
                    <a:pt x="503" y="2080"/>
                    <a:pt x="1" y="2967"/>
                    <a:pt x="1" y="4265"/>
                  </a:cubicBezTo>
                  <a:lnTo>
                    <a:pt x="1" y="6710"/>
                  </a:lnTo>
                  <a:lnTo>
                    <a:pt x="1005" y="6710"/>
                  </a:lnTo>
                  <a:lnTo>
                    <a:pt x="1005" y="4265"/>
                  </a:lnTo>
                  <a:cubicBezTo>
                    <a:pt x="1005" y="2967"/>
                    <a:pt x="1507" y="2080"/>
                    <a:pt x="2714" y="1691"/>
                  </a:cubicBezTo>
                  <a:cubicBezTo>
                    <a:pt x="2714" y="1691"/>
                    <a:pt x="3614" y="194"/>
                    <a:pt x="6335" y="17"/>
                  </a:cubicBezTo>
                  <a:cubicBezTo>
                    <a:pt x="6253" y="12"/>
                    <a:pt x="6170" y="4"/>
                    <a:pt x="6088" y="4"/>
                  </a:cubicBezTo>
                  <a:cubicBezTo>
                    <a:pt x="6009" y="2"/>
                    <a:pt x="5932" y="1"/>
                    <a:pt x="5855" y="1"/>
                  </a:cubicBezTo>
                  <a:close/>
                </a:path>
              </a:pathLst>
            </a:custGeom>
            <a:solidFill>
              <a:srgbClr val="9E4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4263358" y="1791606"/>
              <a:ext cx="703521" cy="218060"/>
            </a:xfrm>
            <a:custGeom>
              <a:rect b="b" l="l" r="r" t="t"/>
              <a:pathLst>
                <a:path extrusionOk="0" h="3129" w="10095">
                  <a:moveTo>
                    <a:pt x="1" y="1"/>
                  </a:moveTo>
                  <a:lnTo>
                    <a:pt x="1" y="3129"/>
                  </a:lnTo>
                  <a:lnTo>
                    <a:pt x="10094" y="3129"/>
                  </a:lnTo>
                  <a:lnTo>
                    <a:pt x="10094" y="1"/>
                  </a:lnTo>
                  <a:close/>
                </a:path>
              </a:pathLst>
            </a:custGeom>
            <a:solidFill>
              <a:srgbClr val="0054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4263358" y="1960466"/>
              <a:ext cx="703521" cy="49201"/>
            </a:xfrm>
            <a:custGeom>
              <a:rect b="b" l="l" r="r" t="t"/>
              <a:pathLst>
                <a:path extrusionOk="0" h="706" w="10095">
                  <a:moveTo>
                    <a:pt x="1" y="0"/>
                  </a:moveTo>
                  <a:lnTo>
                    <a:pt x="1" y="706"/>
                  </a:lnTo>
                  <a:lnTo>
                    <a:pt x="10094" y="706"/>
                  </a:lnTo>
                  <a:lnTo>
                    <a:pt x="10094" y="0"/>
                  </a:ln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4263358" y="1791606"/>
              <a:ext cx="703521" cy="49201"/>
            </a:xfrm>
            <a:custGeom>
              <a:rect b="b" l="l" r="r" t="t"/>
              <a:pathLst>
                <a:path extrusionOk="0" h="706" w="10095">
                  <a:moveTo>
                    <a:pt x="1" y="1"/>
                  </a:moveTo>
                  <a:lnTo>
                    <a:pt x="1" y="706"/>
                  </a:lnTo>
                  <a:lnTo>
                    <a:pt x="10094" y="706"/>
                  </a:lnTo>
                  <a:lnTo>
                    <a:pt x="10094" y="1"/>
                  </a:ln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4193110" y="2664480"/>
              <a:ext cx="841298" cy="948551"/>
            </a:xfrm>
            <a:custGeom>
              <a:rect b="b" l="l" r="r" t="t"/>
              <a:pathLst>
                <a:path extrusionOk="0" h="13611" w="12072">
                  <a:moveTo>
                    <a:pt x="3378" y="1"/>
                  </a:moveTo>
                  <a:cubicBezTo>
                    <a:pt x="3360" y="1"/>
                    <a:pt x="3342" y="4"/>
                    <a:pt x="3324" y="9"/>
                  </a:cubicBezTo>
                  <a:lnTo>
                    <a:pt x="213" y="831"/>
                  </a:lnTo>
                  <a:cubicBezTo>
                    <a:pt x="83" y="866"/>
                    <a:pt x="1" y="1013"/>
                    <a:pt x="31" y="1164"/>
                  </a:cubicBezTo>
                  <a:cubicBezTo>
                    <a:pt x="40" y="1212"/>
                    <a:pt x="1204" y="6166"/>
                    <a:pt x="784" y="11145"/>
                  </a:cubicBezTo>
                  <a:cubicBezTo>
                    <a:pt x="582" y="13529"/>
                    <a:pt x="1704" y="13604"/>
                    <a:pt x="2078" y="13604"/>
                  </a:cubicBezTo>
                  <a:cubicBezTo>
                    <a:pt x="2103" y="13604"/>
                    <a:pt x="2125" y="13604"/>
                    <a:pt x="2143" y="13604"/>
                  </a:cubicBezTo>
                  <a:cubicBezTo>
                    <a:pt x="2166" y="13604"/>
                    <a:pt x="2182" y="13604"/>
                    <a:pt x="2190" y="13607"/>
                  </a:cubicBezTo>
                  <a:cubicBezTo>
                    <a:pt x="2197" y="13609"/>
                    <a:pt x="4116" y="13610"/>
                    <a:pt x="6036" y="13610"/>
                  </a:cubicBezTo>
                  <a:cubicBezTo>
                    <a:pt x="7956" y="13610"/>
                    <a:pt x="9876" y="13609"/>
                    <a:pt x="9882" y="13607"/>
                  </a:cubicBezTo>
                  <a:cubicBezTo>
                    <a:pt x="9891" y="13604"/>
                    <a:pt x="9907" y="13604"/>
                    <a:pt x="9930" y="13604"/>
                  </a:cubicBezTo>
                  <a:cubicBezTo>
                    <a:pt x="9948" y="13604"/>
                    <a:pt x="9969" y="13604"/>
                    <a:pt x="9995" y="13604"/>
                  </a:cubicBezTo>
                  <a:cubicBezTo>
                    <a:pt x="10369" y="13604"/>
                    <a:pt x="11491" y="13529"/>
                    <a:pt x="11289" y="11145"/>
                  </a:cubicBezTo>
                  <a:cubicBezTo>
                    <a:pt x="10865" y="6166"/>
                    <a:pt x="12033" y="1212"/>
                    <a:pt x="12041" y="1164"/>
                  </a:cubicBezTo>
                  <a:cubicBezTo>
                    <a:pt x="12072" y="1013"/>
                    <a:pt x="11989" y="866"/>
                    <a:pt x="11860" y="831"/>
                  </a:cubicBezTo>
                  <a:lnTo>
                    <a:pt x="8749" y="9"/>
                  </a:lnTo>
                  <a:cubicBezTo>
                    <a:pt x="8731" y="4"/>
                    <a:pt x="8713" y="1"/>
                    <a:pt x="8694" y="1"/>
                  </a:cubicBezTo>
                  <a:cubicBezTo>
                    <a:pt x="8642" y="1"/>
                    <a:pt x="8590" y="23"/>
                    <a:pt x="8546" y="61"/>
                  </a:cubicBezTo>
                  <a:cubicBezTo>
                    <a:pt x="8489" y="113"/>
                    <a:pt x="8455" y="191"/>
                    <a:pt x="8455" y="278"/>
                  </a:cubicBezTo>
                  <a:cubicBezTo>
                    <a:pt x="8455" y="2752"/>
                    <a:pt x="6287" y="2904"/>
                    <a:pt x="6036" y="2912"/>
                  </a:cubicBezTo>
                  <a:cubicBezTo>
                    <a:pt x="5785" y="2904"/>
                    <a:pt x="3618" y="2752"/>
                    <a:pt x="3618" y="278"/>
                  </a:cubicBezTo>
                  <a:cubicBezTo>
                    <a:pt x="3618" y="191"/>
                    <a:pt x="3583" y="113"/>
                    <a:pt x="3527" y="61"/>
                  </a:cubicBezTo>
                  <a:cubicBezTo>
                    <a:pt x="3482" y="23"/>
                    <a:pt x="3430" y="1"/>
                    <a:pt x="3378" y="1"/>
                  </a:cubicBezTo>
                  <a:close/>
                </a:path>
              </a:pathLst>
            </a:custGeom>
            <a:solidFill>
              <a:srgbClr val="0054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5514929" y="3406196"/>
              <a:ext cx="70" cy="70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8DB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4193110" y="2697931"/>
              <a:ext cx="276251" cy="915169"/>
            </a:xfrm>
            <a:custGeom>
              <a:rect b="b" l="l" r="r" t="t"/>
              <a:pathLst>
                <a:path extrusionOk="0" h="13132" w="3964">
                  <a:moveTo>
                    <a:pt x="1541" y="1"/>
                  </a:moveTo>
                  <a:lnTo>
                    <a:pt x="213" y="351"/>
                  </a:lnTo>
                  <a:cubicBezTo>
                    <a:pt x="83" y="386"/>
                    <a:pt x="1" y="533"/>
                    <a:pt x="31" y="684"/>
                  </a:cubicBezTo>
                  <a:cubicBezTo>
                    <a:pt x="40" y="732"/>
                    <a:pt x="1204" y="5690"/>
                    <a:pt x="784" y="10665"/>
                  </a:cubicBezTo>
                  <a:cubicBezTo>
                    <a:pt x="582" y="13049"/>
                    <a:pt x="1704" y="13124"/>
                    <a:pt x="2078" y="13124"/>
                  </a:cubicBezTo>
                  <a:cubicBezTo>
                    <a:pt x="2103" y="13124"/>
                    <a:pt x="2125" y="13124"/>
                    <a:pt x="2143" y="13124"/>
                  </a:cubicBezTo>
                  <a:cubicBezTo>
                    <a:pt x="2166" y="13124"/>
                    <a:pt x="2182" y="13124"/>
                    <a:pt x="2190" y="13127"/>
                  </a:cubicBezTo>
                  <a:cubicBezTo>
                    <a:pt x="2194" y="13127"/>
                    <a:pt x="2939" y="13131"/>
                    <a:pt x="3964" y="13131"/>
                  </a:cubicBezTo>
                  <a:cubicBezTo>
                    <a:pt x="3384" y="13118"/>
                    <a:pt x="2060" y="12837"/>
                    <a:pt x="2268" y="9874"/>
                  </a:cubicBezTo>
                  <a:cubicBezTo>
                    <a:pt x="2592" y="5301"/>
                    <a:pt x="1697" y="758"/>
                    <a:pt x="1541" y="1"/>
                  </a:cubicBez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4758160" y="2697931"/>
              <a:ext cx="276251" cy="915169"/>
            </a:xfrm>
            <a:custGeom>
              <a:rect b="b" l="l" r="r" t="t"/>
              <a:pathLst>
                <a:path extrusionOk="0" h="13132" w="3964">
                  <a:moveTo>
                    <a:pt x="2423" y="1"/>
                  </a:moveTo>
                  <a:cubicBezTo>
                    <a:pt x="2268" y="758"/>
                    <a:pt x="1372" y="5301"/>
                    <a:pt x="1697" y="9874"/>
                  </a:cubicBezTo>
                  <a:cubicBezTo>
                    <a:pt x="1904" y="12837"/>
                    <a:pt x="580" y="13118"/>
                    <a:pt x="1" y="13131"/>
                  </a:cubicBezTo>
                  <a:cubicBezTo>
                    <a:pt x="1026" y="13131"/>
                    <a:pt x="1770" y="13127"/>
                    <a:pt x="1774" y="13127"/>
                  </a:cubicBezTo>
                  <a:cubicBezTo>
                    <a:pt x="1783" y="13124"/>
                    <a:pt x="1799" y="13124"/>
                    <a:pt x="1822" y="13124"/>
                  </a:cubicBezTo>
                  <a:cubicBezTo>
                    <a:pt x="1840" y="13124"/>
                    <a:pt x="1861" y="13124"/>
                    <a:pt x="1887" y="13124"/>
                  </a:cubicBezTo>
                  <a:cubicBezTo>
                    <a:pt x="2261" y="13124"/>
                    <a:pt x="3383" y="13049"/>
                    <a:pt x="3181" y="10665"/>
                  </a:cubicBezTo>
                  <a:cubicBezTo>
                    <a:pt x="2761" y="5690"/>
                    <a:pt x="3925" y="732"/>
                    <a:pt x="3933" y="684"/>
                  </a:cubicBezTo>
                  <a:cubicBezTo>
                    <a:pt x="3964" y="533"/>
                    <a:pt x="3881" y="386"/>
                    <a:pt x="3752" y="351"/>
                  </a:cubicBezTo>
                  <a:lnTo>
                    <a:pt x="2423" y="1"/>
                  </a:ln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5024099" y="3575334"/>
              <a:ext cx="7317" cy="70"/>
            </a:xfrm>
            <a:custGeom>
              <a:rect b="b" l="l" r="r" t="t"/>
              <a:pathLst>
                <a:path extrusionOk="0" h="1" w="105">
                  <a:moveTo>
                    <a:pt x="104" y="1"/>
                  </a:moveTo>
                  <a:lnTo>
                    <a:pt x="0" y="1"/>
                  </a:lnTo>
                  <a:cubicBezTo>
                    <a:pt x="39" y="1"/>
                    <a:pt x="74" y="1"/>
                    <a:pt x="104" y="1"/>
                  </a:cubicBezTo>
                  <a:close/>
                </a:path>
              </a:pathLst>
            </a:custGeom>
            <a:solidFill>
              <a:srgbClr val="78DB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4339947" y="3612758"/>
              <a:ext cx="547624" cy="59446"/>
            </a:xfrm>
            <a:custGeom>
              <a:rect b="b" l="l" r="r" t="t"/>
              <a:pathLst>
                <a:path extrusionOk="0" h="853" w="7858">
                  <a:moveTo>
                    <a:pt x="1" y="0"/>
                  </a:moveTo>
                  <a:lnTo>
                    <a:pt x="1" y="852"/>
                  </a:lnTo>
                  <a:lnTo>
                    <a:pt x="7858" y="852"/>
                  </a:lnTo>
                  <a:lnTo>
                    <a:pt x="7858" y="0"/>
                  </a:lnTo>
                  <a:close/>
                </a:path>
              </a:pathLst>
            </a:custGeom>
            <a:solidFill>
              <a:srgbClr val="EAE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4832032" y="3225488"/>
              <a:ext cx="811749" cy="736693"/>
            </a:xfrm>
            <a:custGeom>
              <a:rect b="b" l="l" r="r" t="t"/>
              <a:pathLst>
                <a:path extrusionOk="0" h="10571" w="11648">
                  <a:moveTo>
                    <a:pt x="5824" y="0"/>
                  </a:moveTo>
                  <a:cubicBezTo>
                    <a:pt x="4446" y="0"/>
                    <a:pt x="3070" y="536"/>
                    <a:pt x="2034" y="1603"/>
                  </a:cubicBezTo>
                  <a:cubicBezTo>
                    <a:pt x="1" y="3697"/>
                    <a:pt x="48" y="7041"/>
                    <a:pt x="2142" y="9074"/>
                  </a:cubicBezTo>
                  <a:cubicBezTo>
                    <a:pt x="3169" y="10074"/>
                    <a:pt x="4496" y="10570"/>
                    <a:pt x="5822" y="10570"/>
                  </a:cubicBezTo>
                  <a:cubicBezTo>
                    <a:pt x="7200" y="10570"/>
                    <a:pt x="8577" y="10034"/>
                    <a:pt x="9614" y="8966"/>
                  </a:cubicBezTo>
                  <a:cubicBezTo>
                    <a:pt x="11647" y="6877"/>
                    <a:pt x="11600" y="3528"/>
                    <a:pt x="9506" y="1495"/>
                  </a:cubicBezTo>
                  <a:cubicBezTo>
                    <a:pt x="8478" y="497"/>
                    <a:pt x="7150" y="0"/>
                    <a:pt x="5824" y="0"/>
                  </a:cubicBezTo>
                  <a:close/>
                </a:path>
              </a:pathLst>
            </a:custGeom>
            <a:solidFill>
              <a:srgbClr val="F88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4869456" y="3225558"/>
              <a:ext cx="403157" cy="409568"/>
            </a:xfrm>
            <a:custGeom>
              <a:rect b="b" l="l" r="r" t="t"/>
              <a:pathLst>
                <a:path extrusionOk="0" h="5877" w="5785">
                  <a:moveTo>
                    <a:pt x="5326" y="1"/>
                  </a:moveTo>
                  <a:cubicBezTo>
                    <a:pt x="5222" y="1"/>
                    <a:pt x="5118" y="4"/>
                    <a:pt x="5014" y="10"/>
                  </a:cubicBezTo>
                  <a:cubicBezTo>
                    <a:pt x="5075" y="1321"/>
                    <a:pt x="4616" y="2657"/>
                    <a:pt x="3630" y="3674"/>
                  </a:cubicBezTo>
                  <a:cubicBezTo>
                    <a:pt x="2668" y="4666"/>
                    <a:pt x="1385" y="5163"/>
                    <a:pt x="102" y="5163"/>
                  </a:cubicBezTo>
                  <a:cubicBezTo>
                    <a:pt x="70" y="5163"/>
                    <a:pt x="37" y="5163"/>
                    <a:pt x="4" y="5162"/>
                  </a:cubicBezTo>
                  <a:lnTo>
                    <a:pt x="4" y="5162"/>
                  </a:lnTo>
                  <a:cubicBezTo>
                    <a:pt x="0" y="5400"/>
                    <a:pt x="9" y="5643"/>
                    <a:pt x="35" y="5876"/>
                  </a:cubicBezTo>
                  <a:cubicBezTo>
                    <a:pt x="57" y="5877"/>
                    <a:pt x="79" y="5877"/>
                    <a:pt x="101" y="5877"/>
                  </a:cubicBezTo>
                  <a:cubicBezTo>
                    <a:pt x="1571" y="5877"/>
                    <a:pt x="3041" y="5306"/>
                    <a:pt x="4140" y="4172"/>
                  </a:cubicBezTo>
                  <a:cubicBezTo>
                    <a:pt x="5261" y="3021"/>
                    <a:pt x="5784" y="1511"/>
                    <a:pt x="5728" y="18"/>
                  </a:cubicBezTo>
                  <a:cubicBezTo>
                    <a:pt x="5594" y="6"/>
                    <a:pt x="5460" y="1"/>
                    <a:pt x="532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5203204" y="3552406"/>
              <a:ext cx="403157" cy="409777"/>
            </a:xfrm>
            <a:custGeom>
              <a:rect b="b" l="l" r="r" t="t"/>
              <a:pathLst>
                <a:path extrusionOk="0" h="5880" w="5785">
                  <a:moveTo>
                    <a:pt x="5700" y="1"/>
                  </a:moveTo>
                  <a:cubicBezTo>
                    <a:pt x="4224" y="1"/>
                    <a:pt x="2752" y="568"/>
                    <a:pt x="1644" y="1710"/>
                  </a:cubicBezTo>
                  <a:cubicBezTo>
                    <a:pt x="524" y="2861"/>
                    <a:pt x="0" y="4370"/>
                    <a:pt x="57" y="5863"/>
                  </a:cubicBezTo>
                  <a:cubicBezTo>
                    <a:pt x="201" y="5874"/>
                    <a:pt x="345" y="5879"/>
                    <a:pt x="489" y="5879"/>
                  </a:cubicBezTo>
                  <a:cubicBezTo>
                    <a:pt x="583" y="5879"/>
                    <a:pt x="677" y="5877"/>
                    <a:pt x="770" y="5872"/>
                  </a:cubicBezTo>
                  <a:cubicBezTo>
                    <a:pt x="710" y="4557"/>
                    <a:pt x="1168" y="3220"/>
                    <a:pt x="2155" y="2207"/>
                  </a:cubicBezTo>
                  <a:cubicBezTo>
                    <a:pt x="3121" y="1212"/>
                    <a:pt x="4410" y="714"/>
                    <a:pt x="5698" y="714"/>
                  </a:cubicBezTo>
                  <a:cubicBezTo>
                    <a:pt x="5726" y="714"/>
                    <a:pt x="5753" y="714"/>
                    <a:pt x="5780" y="715"/>
                  </a:cubicBezTo>
                  <a:cubicBezTo>
                    <a:pt x="5785" y="477"/>
                    <a:pt x="5776" y="239"/>
                    <a:pt x="5750" y="1"/>
                  </a:cubicBezTo>
                  <a:cubicBezTo>
                    <a:pt x="5733" y="1"/>
                    <a:pt x="5717" y="1"/>
                    <a:pt x="5700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4957196" y="3319988"/>
              <a:ext cx="561771" cy="547903"/>
            </a:xfrm>
            <a:custGeom>
              <a:rect b="b" l="l" r="r" t="t"/>
              <a:pathLst>
                <a:path extrusionOk="0" h="7862" w="8061">
                  <a:moveTo>
                    <a:pt x="498" y="0"/>
                  </a:moveTo>
                  <a:cubicBezTo>
                    <a:pt x="407" y="78"/>
                    <a:pt x="320" y="160"/>
                    <a:pt x="238" y="247"/>
                  </a:cubicBezTo>
                  <a:cubicBezTo>
                    <a:pt x="151" y="333"/>
                    <a:pt x="74" y="424"/>
                    <a:pt x="0" y="511"/>
                  </a:cubicBezTo>
                  <a:lnTo>
                    <a:pt x="7563" y="7861"/>
                  </a:lnTo>
                  <a:cubicBezTo>
                    <a:pt x="7649" y="7779"/>
                    <a:pt x="7736" y="7697"/>
                    <a:pt x="7818" y="7610"/>
                  </a:cubicBezTo>
                  <a:cubicBezTo>
                    <a:pt x="7904" y="7528"/>
                    <a:pt x="7982" y="7437"/>
                    <a:pt x="8060" y="7346"/>
                  </a:cubicBezTo>
                  <a:lnTo>
                    <a:pt x="498" y="0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4964096" y="3313019"/>
              <a:ext cx="547624" cy="561771"/>
            </a:xfrm>
            <a:custGeom>
              <a:rect b="b" l="l" r="r" t="t"/>
              <a:pathLst>
                <a:path extrusionOk="0" h="8061" w="7858">
                  <a:moveTo>
                    <a:pt x="7347" y="1"/>
                  </a:moveTo>
                  <a:lnTo>
                    <a:pt x="1" y="7563"/>
                  </a:lnTo>
                  <a:cubicBezTo>
                    <a:pt x="78" y="7650"/>
                    <a:pt x="161" y="7736"/>
                    <a:pt x="247" y="7818"/>
                  </a:cubicBezTo>
                  <a:cubicBezTo>
                    <a:pt x="334" y="7905"/>
                    <a:pt x="420" y="7983"/>
                    <a:pt x="511" y="8061"/>
                  </a:cubicBezTo>
                  <a:lnTo>
                    <a:pt x="7857" y="498"/>
                  </a:lnTo>
                  <a:cubicBezTo>
                    <a:pt x="7779" y="407"/>
                    <a:pt x="7697" y="321"/>
                    <a:pt x="7611" y="239"/>
                  </a:cubicBezTo>
                  <a:cubicBezTo>
                    <a:pt x="7524" y="156"/>
                    <a:pt x="7438" y="74"/>
                    <a:pt x="734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3944663" y="4283878"/>
              <a:ext cx="654041" cy="284823"/>
            </a:xfrm>
            <a:custGeom>
              <a:rect b="b" l="l" r="r" t="t"/>
              <a:pathLst>
                <a:path extrusionOk="0" h="4087" w="9385">
                  <a:moveTo>
                    <a:pt x="1054" y="0"/>
                  </a:moveTo>
                  <a:cubicBezTo>
                    <a:pt x="755" y="0"/>
                    <a:pt x="463" y="134"/>
                    <a:pt x="287" y="390"/>
                  </a:cubicBezTo>
                  <a:cubicBezTo>
                    <a:pt x="1" y="797"/>
                    <a:pt x="152" y="1398"/>
                    <a:pt x="641" y="1692"/>
                  </a:cubicBezTo>
                  <a:cubicBezTo>
                    <a:pt x="2982" y="3094"/>
                    <a:pt x="5625" y="3912"/>
                    <a:pt x="8347" y="4085"/>
                  </a:cubicBezTo>
                  <a:cubicBezTo>
                    <a:pt x="8369" y="4086"/>
                    <a:pt x="8392" y="4087"/>
                    <a:pt x="8414" y="4087"/>
                  </a:cubicBezTo>
                  <a:cubicBezTo>
                    <a:pt x="8954" y="4087"/>
                    <a:pt x="9385" y="3693"/>
                    <a:pt x="9381" y="3215"/>
                  </a:cubicBezTo>
                  <a:cubicBezTo>
                    <a:pt x="9376" y="2718"/>
                    <a:pt x="8961" y="2315"/>
                    <a:pt x="8459" y="2281"/>
                  </a:cubicBezTo>
                  <a:cubicBezTo>
                    <a:pt x="6028" y="2129"/>
                    <a:pt x="3665" y="1394"/>
                    <a:pt x="1571" y="143"/>
                  </a:cubicBezTo>
                  <a:cubicBezTo>
                    <a:pt x="1411" y="47"/>
                    <a:pt x="1231" y="0"/>
                    <a:pt x="1054" y="0"/>
                  </a:cubicBez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4630069" y="4283878"/>
              <a:ext cx="653971" cy="284823"/>
            </a:xfrm>
            <a:custGeom>
              <a:rect b="b" l="l" r="r" t="t"/>
              <a:pathLst>
                <a:path extrusionOk="0" h="4087" w="9384">
                  <a:moveTo>
                    <a:pt x="8331" y="0"/>
                  </a:moveTo>
                  <a:cubicBezTo>
                    <a:pt x="8154" y="0"/>
                    <a:pt x="7974" y="47"/>
                    <a:pt x="7813" y="143"/>
                  </a:cubicBezTo>
                  <a:cubicBezTo>
                    <a:pt x="5724" y="1394"/>
                    <a:pt x="3357" y="2129"/>
                    <a:pt x="926" y="2281"/>
                  </a:cubicBezTo>
                  <a:cubicBezTo>
                    <a:pt x="424" y="2315"/>
                    <a:pt x="9" y="2718"/>
                    <a:pt x="4" y="3215"/>
                  </a:cubicBezTo>
                  <a:cubicBezTo>
                    <a:pt x="0" y="3693"/>
                    <a:pt x="431" y="4087"/>
                    <a:pt x="970" y="4087"/>
                  </a:cubicBezTo>
                  <a:cubicBezTo>
                    <a:pt x="993" y="4087"/>
                    <a:pt x="1015" y="4086"/>
                    <a:pt x="1038" y="4085"/>
                  </a:cubicBezTo>
                  <a:cubicBezTo>
                    <a:pt x="3760" y="3912"/>
                    <a:pt x="6403" y="3094"/>
                    <a:pt x="8744" y="1692"/>
                  </a:cubicBezTo>
                  <a:cubicBezTo>
                    <a:pt x="9232" y="1398"/>
                    <a:pt x="9384" y="797"/>
                    <a:pt x="9103" y="390"/>
                  </a:cubicBezTo>
                  <a:cubicBezTo>
                    <a:pt x="8923" y="134"/>
                    <a:pt x="8631" y="0"/>
                    <a:pt x="8331" y="0"/>
                  </a:cubicBezTo>
                  <a:close/>
                </a:path>
              </a:pathLst>
            </a:custGeom>
            <a:solidFill>
              <a:srgbClr val="00B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4308325" y="2719000"/>
            <a:ext cx="539400" cy="539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/>
          </a:p>
        </p:txBody>
      </p:sp>
      <p:pic>
        <p:nvPicPr>
          <p:cNvPr id="401" name="Google Shape;4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Validation Method</a:t>
            </a:r>
            <a:endParaRPr sz="2400"/>
          </a:p>
        </p:txBody>
      </p:sp>
      <p:grpSp>
        <p:nvGrpSpPr>
          <p:cNvPr id="407" name="Google Shape;407;p7"/>
          <p:cNvGrpSpPr/>
          <p:nvPr/>
        </p:nvGrpSpPr>
        <p:grpSpPr>
          <a:xfrm>
            <a:off x="4455100" y="1520075"/>
            <a:ext cx="4231693" cy="726300"/>
            <a:chOff x="4455100" y="1520075"/>
            <a:chExt cx="4231693" cy="726300"/>
          </a:xfrm>
        </p:grpSpPr>
        <p:cxnSp>
          <p:nvCxnSpPr>
            <p:cNvPr id="408" name="Google Shape;408;p7"/>
            <p:cNvCxnSpPr>
              <a:stCxn id="409" idx="3"/>
              <a:endCxn id="410" idx="1"/>
            </p:cNvCxnSpPr>
            <p:nvPr/>
          </p:nvCxnSpPr>
          <p:spPr>
            <a:xfrm rot="10800000">
              <a:off x="5794493" y="1883225"/>
              <a:ext cx="117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0" name="Google Shape;410;p7"/>
            <p:cNvSpPr/>
            <p:nvPr/>
          </p:nvSpPr>
          <p:spPr>
            <a:xfrm flipH="1">
              <a:off x="4455100" y="1622800"/>
              <a:ext cx="1339500" cy="5208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Reason</a:t>
              </a:r>
              <a:endParaRPr b="1" i="0" sz="14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09" name="Google Shape;409;p7"/>
            <p:cNvSpPr/>
            <p:nvPr/>
          </p:nvSpPr>
          <p:spPr>
            <a:xfrm flipH="1">
              <a:off x="5912093" y="1520075"/>
              <a:ext cx="2774700" cy="7263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Create a model that can reflect the real-world scenario.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7"/>
          <p:cNvGrpSpPr/>
          <p:nvPr/>
        </p:nvGrpSpPr>
        <p:grpSpPr>
          <a:xfrm>
            <a:off x="4455100" y="3144325"/>
            <a:ext cx="4231693" cy="726300"/>
            <a:chOff x="4455100" y="3144325"/>
            <a:chExt cx="4231693" cy="726300"/>
          </a:xfrm>
        </p:grpSpPr>
        <p:cxnSp>
          <p:nvCxnSpPr>
            <p:cNvPr id="412" name="Google Shape;412;p7"/>
            <p:cNvCxnSpPr>
              <a:stCxn id="413" idx="3"/>
              <a:endCxn id="414" idx="1"/>
            </p:cNvCxnSpPr>
            <p:nvPr/>
          </p:nvCxnSpPr>
          <p:spPr>
            <a:xfrm rot="10800000">
              <a:off x="5794493" y="3507475"/>
              <a:ext cx="117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4" name="Google Shape;414;p7"/>
            <p:cNvSpPr/>
            <p:nvPr/>
          </p:nvSpPr>
          <p:spPr>
            <a:xfrm flipH="1">
              <a:off x="4455100" y="3247075"/>
              <a:ext cx="1339500" cy="5208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" sz="17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Assumption 2</a:t>
              </a:r>
              <a:endParaRPr b="1" i="0" sz="13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3" name="Google Shape;413;p7"/>
            <p:cNvSpPr/>
            <p:nvPr/>
          </p:nvSpPr>
          <p:spPr>
            <a:xfrm flipH="1">
              <a:off x="5912093" y="3144325"/>
              <a:ext cx="2774700" cy="7263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patterns within variables in 2024 are similar to those in 2025.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7"/>
          <p:cNvGrpSpPr/>
          <p:nvPr/>
        </p:nvGrpSpPr>
        <p:grpSpPr>
          <a:xfrm>
            <a:off x="4455100" y="3956450"/>
            <a:ext cx="4231693" cy="726300"/>
            <a:chOff x="4455100" y="3956450"/>
            <a:chExt cx="4231693" cy="726300"/>
          </a:xfrm>
        </p:grpSpPr>
        <p:cxnSp>
          <p:nvCxnSpPr>
            <p:cNvPr id="416" name="Google Shape;416;p7"/>
            <p:cNvCxnSpPr>
              <a:stCxn id="417" idx="3"/>
              <a:endCxn id="418" idx="1"/>
            </p:cNvCxnSpPr>
            <p:nvPr/>
          </p:nvCxnSpPr>
          <p:spPr>
            <a:xfrm rot="10800000">
              <a:off x="5794493" y="4319600"/>
              <a:ext cx="117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8" name="Google Shape;418;p7"/>
            <p:cNvSpPr/>
            <p:nvPr/>
          </p:nvSpPr>
          <p:spPr>
            <a:xfrm flipH="1">
              <a:off x="4455100" y="4059200"/>
              <a:ext cx="1339500" cy="5208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" sz="17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Assumption 3</a:t>
              </a:r>
              <a:endParaRPr b="1" i="0" sz="16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17" name="Google Shape;417;p7"/>
            <p:cNvSpPr/>
            <p:nvPr/>
          </p:nvSpPr>
          <p:spPr>
            <a:xfrm flipH="1">
              <a:off x="5912093" y="3956450"/>
              <a:ext cx="2774700" cy="7263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patterns within variables in 2024 and 2023 are similar to those in 2025.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9" name="Google Shape;419;p7"/>
          <p:cNvSpPr/>
          <p:nvPr/>
        </p:nvSpPr>
        <p:spPr>
          <a:xfrm>
            <a:off x="1753325" y="2045475"/>
            <a:ext cx="408600" cy="408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941925" y="2212813"/>
            <a:ext cx="408600" cy="408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7"/>
          <p:cNvGrpSpPr/>
          <p:nvPr/>
        </p:nvGrpSpPr>
        <p:grpSpPr>
          <a:xfrm>
            <a:off x="4455182" y="2332200"/>
            <a:ext cx="4231793" cy="726300"/>
            <a:chOff x="4455100" y="2332200"/>
            <a:chExt cx="4350563" cy="726300"/>
          </a:xfrm>
        </p:grpSpPr>
        <p:cxnSp>
          <p:nvCxnSpPr>
            <p:cNvPr id="422" name="Google Shape;422;p7"/>
            <p:cNvCxnSpPr>
              <a:stCxn id="423" idx="3"/>
              <a:endCxn id="424" idx="1"/>
            </p:cNvCxnSpPr>
            <p:nvPr/>
          </p:nvCxnSpPr>
          <p:spPr>
            <a:xfrm rot="10800000">
              <a:off x="5794563" y="2695350"/>
              <a:ext cx="166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p7"/>
            <p:cNvSpPr/>
            <p:nvPr/>
          </p:nvSpPr>
          <p:spPr>
            <a:xfrm flipH="1">
              <a:off x="4455100" y="2434950"/>
              <a:ext cx="1339500" cy="5208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" sz="17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Assumption 1</a:t>
              </a:r>
              <a:endParaRPr b="1" i="0" sz="13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23" name="Google Shape;423;p7"/>
            <p:cNvSpPr/>
            <p:nvPr/>
          </p:nvSpPr>
          <p:spPr>
            <a:xfrm flipH="1">
              <a:off x="5960763" y="2332200"/>
              <a:ext cx="2844900" cy="7263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 reflecting NCAA Tournament games’ performance are dependent on time.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7"/>
          <p:cNvSpPr/>
          <p:nvPr/>
        </p:nvSpPr>
        <p:spPr>
          <a:xfrm>
            <a:off x="2228338" y="2525813"/>
            <a:ext cx="408600" cy="408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3235138" y="3717025"/>
            <a:ext cx="408600" cy="408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"/>
          <p:cNvSpPr/>
          <p:nvPr/>
        </p:nvSpPr>
        <p:spPr>
          <a:xfrm rot="10800000">
            <a:off x="457200" y="1690325"/>
            <a:ext cx="3759000" cy="305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7"/>
          <p:cNvSpPr txBox="1"/>
          <p:nvPr/>
        </p:nvSpPr>
        <p:spPr>
          <a:xfrm>
            <a:off x="1364250" y="1182250"/>
            <a:ext cx="2077500" cy="34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Expanding Window</a:t>
            </a:r>
            <a:endParaRPr b="1" i="0" sz="2000" u="none" cap="none" strike="noStrike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1875750" y="2262813"/>
            <a:ext cx="1054500" cy="408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1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1393650" y="2871613"/>
            <a:ext cx="1597800" cy="408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2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1189375" y="3455575"/>
            <a:ext cx="1837800" cy="408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3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808050" y="4003550"/>
            <a:ext cx="2225700" cy="408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4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3099363" y="2238825"/>
            <a:ext cx="768300" cy="408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1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3104050" y="2850025"/>
            <a:ext cx="768300" cy="408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</a:t>
            </a:r>
            <a:r>
              <a:rPr b="0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3104050" y="3427813"/>
            <a:ext cx="768300" cy="408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3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3124875" y="4032650"/>
            <a:ext cx="768300" cy="408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4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7"/>
          <p:cNvCxnSpPr/>
          <p:nvPr/>
        </p:nvCxnSpPr>
        <p:spPr>
          <a:xfrm rot="10800000">
            <a:off x="2024925" y="2149438"/>
            <a:ext cx="16722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7"/>
          <p:cNvSpPr txBox="1"/>
          <p:nvPr/>
        </p:nvSpPr>
        <p:spPr>
          <a:xfrm>
            <a:off x="2457825" y="1809852"/>
            <a:ext cx="1315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Backtest</a:t>
            </a:r>
            <a:endParaRPr b="1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9" name="Google Shape;439;p7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40" name="Google Shape;4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387" y="1420067"/>
            <a:ext cx="3175225" cy="36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047" y="1491793"/>
            <a:ext cx="751696" cy="7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043" y="3147256"/>
            <a:ext cx="751700" cy="8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3045" y="1705661"/>
            <a:ext cx="751700" cy="86608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2730049" y="370655"/>
            <a:ext cx="37581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Steps for Choosing Best Model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8"/>
          <p:cNvSpPr/>
          <p:nvPr/>
        </p:nvSpPr>
        <p:spPr>
          <a:xfrm flipH="1">
            <a:off x="559493" y="2288593"/>
            <a:ext cx="1846800" cy="712143"/>
          </a:xfrm>
          <a:prstGeom prst="roundRect">
            <a:avLst>
              <a:gd fmla="val 0" name="adj"/>
            </a:avLst>
          </a:prstGeom>
          <a:solidFill>
            <a:srgbClr val="02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Fine-tune each model with hyperparameters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 flipH="1">
            <a:off x="6735499" y="2575971"/>
            <a:ext cx="1846800" cy="1348653"/>
          </a:xfrm>
          <a:prstGeom prst="roundRect">
            <a:avLst>
              <a:gd fmla="val 0" name="adj"/>
            </a:avLst>
          </a:prstGeom>
          <a:solidFill>
            <a:srgbClr val="FF5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Choose the best expanding window size for each model by using log loss and accuracy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8"/>
          <p:cNvSpPr/>
          <p:nvPr/>
        </p:nvSpPr>
        <p:spPr>
          <a:xfrm flipH="1">
            <a:off x="559493" y="3965656"/>
            <a:ext cx="1846800" cy="895978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Compare each model by using the log loss and accuracy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8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54" name="Google Shape;45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Model Evaluation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 txBox="1"/>
          <p:nvPr/>
        </p:nvSpPr>
        <p:spPr>
          <a:xfrm>
            <a:off x="1287526" y="1172936"/>
            <a:ext cx="20727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LOG LOSS</a:t>
            </a:r>
            <a:endParaRPr b="1" i="0" sz="2000" u="none" cap="none" strike="noStrike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1" name="Google Shape;461;p9"/>
          <p:cNvSpPr txBox="1"/>
          <p:nvPr/>
        </p:nvSpPr>
        <p:spPr>
          <a:xfrm>
            <a:off x="6061124" y="1175499"/>
            <a:ext cx="15180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Accuracy</a:t>
            </a:r>
            <a:endParaRPr b="1" i="0" sz="2000" u="none" cap="none" strike="noStrike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62" name="Google Shape;462;p9" title="Sheet 3.png"/>
          <p:cNvPicPr preferRelativeResize="0"/>
          <p:nvPr/>
        </p:nvPicPr>
        <p:blipFill rotWithShape="1">
          <a:blip r:embed="rId3">
            <a:alphaModFix/>
          </a:blip>
          <a:srcRect b="2572" l="0" r="9712" t="0"/>
          <a:stretch/>
        </p:blipFill>
        <p:spPr>
          <a:xfrm>
            <a:off x="266486" y="1723311"/>
            <a:ext cx="4114801" cy="261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9" title="Sheet 4.png"/>
          <p:cNvPicPr preferRelativeResize="0"/>
          <p:nvPr/>
        </p:nvPicPr>
        <p:blipFill rotWithShape="1">
          <a:blip r:embed="rId4">
            <a:alphaModFix/>
          </a:blip>
          <a:srcRect b="2572" l="0" r="9712" t="0"/>
          <a:stretch/>
        </p:blipFill>
        <p:spPr>
          <a:xfrm>
            <a:off x="4762715" y="1723311"/>
            <a:ext cx="4114801" cy="26231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9"/>
          <p:cNvGrpSpPr/>
          <p:nvPr/>
        </p:nvGrpSpPr>
        <p:grpSpPr>
          <a:xfrm>
            <a:off x="2592025" y="3127700"/>
            <a:ext cx="301247" cy="348600"/>
            <a:chOff x="4296950" y="1621307"/>
            <a:chExt cx="550123" cy="679665"/>
          </a:xfrm>
        </p:grpSpPr>
        <p:sp>
          <p:nvSpPr>
            <p:cNvPr id="465" name="Google Shape;465;p9"/>
            <p:cNvSpPr/>
            <p:nvPr/>
          </p:nvSpPr>
          <p:spPr>
            <a:xfrm>
              <a:off x="4523093" y="1917582"/>
              <a:ext cx="96151" cy="265925"/>
            </a:xfrm>
            <a:custGeom>
              <a:rect b="b" l="l" r="r" t="t"/>
              <a:pathLst>
                <a:path extrusionOk="0" h="4417" w="1597">
                  <a:moveTo>
                    <a:pt x="801" y="1"/>
                  </a:moveTo>
                  <a:cubicBezTo>
                    <a:pt x="360" y="1"/>
                    <a:pt x="1" y="360"/>
                    <a:pt x="1" y="796"/>
                  </a:cubicBezTo>
                  <a:cubicBezTo>
                    <a:pt x="1" y="974"/>
                    <a:pt x="60" y="1133"/>
                    <a:pt x="155" y="1265"/>
                  </a:cubicBezTo>
                  <a:cubicBezTo>
                    <a:pt x="155" y="1265"/>
                    <a:pt x="969" y="2688"/>
                    <a:pt x="155" y="4416"/>
                  </a:cubicBezTo>
                  <a:lnTo>
                    <a:pt x="1442" y="4416"/>
                  </a:lnTo>
                  <a:cubicBezTo>
                    <a:pt x="628" y="2688"/>
                    <a:pt x="1442" y="1265"/>
                    <a:pt x="1442" y="1265"/>
                  </a:cubicBezTo>
                  <a:cubicBezTo>
                    <a:pt x="1538" y="1133"/>
                    <a:pt x="1597" y="974"/>
                    <a:pt x="1597" y="796"/>
                  </a:cubicBezTo>
                  <a:cubicBezTo>
                    <a:pt x="1597" y="360"/>
                    <a:pt x="1238" y="1"/>
                    <a:pt x="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4469688" y="2183452"/>
              <a:ext cx="202959" cy="117520"/>
            </a:xfrm>
            <a:custGeom>
              <a:rect b="b" l="l" r="r" t="t"/>
              <a:pathLst>
                <a:path extrusionOk="0" h="1952" w="3371">
                  <a:moveTo>
                    <a:pt x="1" y="0"/>
                  </a:moveTo>
                  <a:lnTo>
                    <a:pt x="1" y="1951"/>
                  </a:lnTo>
                  <a:lnTo>
                    <a:pt x="3371" y="1951"/>
                  </a:lnTo>
                  <a:lnTo>
                    <a:pt x="33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4494073" y="2210003"/>
              <a:ext cx="154191" cy="64419"/>
            </a:xfrm>
            <a:custGeom>
              <a:rect b="b" l="l" r="r" t="t"/>
              <a:pathLst>
                <a:path extrusionOk="0" h="1070" w="2561">
                  <a:moveTo>
                    <a:pt x="1" y="0"/>
                  </a:moveTo>
                  <a:lnTo>
                    <a:pt x="1" y="1069"/>
                  </a:lnTo>
                  <a:lnTo>
                    <a:pt x="2561" y="1069"/>
                  </a:lnTo>
                  <a:lnTo>
                    <a:pt x="25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4368658" y="1621307"/>
              <a:ext cx="410495" cy="378449"/>
            </a:xfrm>
            <a:custGeom>
              <a:rect b="b" l="l" r="r" t="t"/>
              <a:pathLst>
                <a:path extrusionOk="0" h="6286" w="6818">
                  <a:moveTo>
                    <a:pt x="269" y="1"/>
                  </a:moveTo>
                  <a:cubicBezTo>
                    <a:pt x="269" y="1"/>
                    <a:pt x="1" y="6286"/>
                    <a:pt x="3352" y="6286"/>
                  </a:cubicBezTo>
                  <a:cubicBezTo>
                    <a:pt x="6818" y="6286"/>
                    <a:pt x="6436" y="1"/>
                    <a:pt x="64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407011" y="1652554"/>
              <a:ext cx="332707" cy="306684"/>
            </a:xfrm>
            <a:custGeom>
              <a:rect b="b" l="l" r="r" t="t"/>
              <a:pathLst>
                <a:path extrusionOk="0" h="5094" w="5526">
                  <a:moveTo>
                    <a:pt x="219" y="0"/>
                  </a:moveTo>
                  <a:cubicBezTo>
                    <a:pt x="219" y="0"/>
                    <a:pt x="0" y="5094"/>
                    <a:pt x="2715" y="5094"/>
                  </a:cubicBezTo>
                  <a:cubicBezTo>
                    <a:pt x="5526" y="5094"/>
                    <a:pt x="5217" y="0"/>
                    <a:pt x="5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296950" y="1687112"/>
              <a:ext cx="139140" cy="222036"/>
            </a:xfrm>
            <a:custGeom>
              <a:rect b="b" l="l" r="r" t="t"/>
              <a:pathLst>
                <a:path extrusionOk="0" h="3688" w="2311">
                  <a:moveTo>
                    <a:pt x="1261" y="0"/>
                  </a:moveTo>
                  <a:cubicBezTo>
                    <a:pt x="992" y="0"/>
                    <a:pt x="618" y="51"/>
                    <a:pt x="346" y="290"/>
                  </a:cubicBezTo>
                  <a:cubicBezTo>
                    <a:pt x="109" y="500"/>
                    <a:pt x="0" y="804"/>
                    <a:pt x="23" y="1191"/>
                  </a:cubicBezTo>
                  <a:cubicBezTo>
                    <a:pt x="69" y="1987"/>
                    <a:pt x="746" y="2451"/>
                    <a:pt x="1287" y="2819"/>
                  </a:cubicBezTo>
                  <a:cubicBezTo>
                    <a:pt x="1424" y="2914"/>
                    <a:pt x="1560" y="3005"/>
                    <a:pt x="1669" y="3096"/>
                  </a:cubicBezTo>
                  <a:cubicBezTo>
                    <a:pt x="1619" y="3146"/>
                    <a:pt x="1587" y="3215"/>
                    <a:pt x="1578" y="3287"/>
                  </a:cubicBezTo>
                  <a:cubicBezTo>
                    <a:pt x="1565" y="3378"/>
                    <a:pt x="1587" y="3474"/>
                    <a:pt x="1647" y="3547"/>
                  </a:cubicBezTo>
                  <a:cubicBezTo>
                    <a:pt x="1701" y="3624"/>
                    <a:pt x="1783" y="3669"/>
                    <a:pt x="1878" y="3683"/>
                  </a:cubicBezTo>
                  <a:cubicBezTo>
                    <a:pt x="1892" y="3688"/>
                    <a:pt x="1910" y="3688"/>
                    <a:pt x="1928" y="3688"/>
                  </a:cubicBezTo>
                  <a:cubicBezTo>
                    <a:pt x="2101" y="3688"/>
                    <a:pt x="2251" y="3556"/>
                    <a:pt x="2274" y="3383"/>
                  </a:cubicBezTo>
                  <a:cubicBezTo>
                    <a:pt x="2279" y="3369"/>
                    <a:pt x="2279" y="3360"/>
                    <a:pt x="2279" y="3346"/>
                  </a:cubicBezTo>
                  <a:lnTo>
                    <a:pt x="2310" y="3342"/>
                  </a:lnTo>
                  <a:lnTo>
                    <a:pt x="2292" y="3228"/>
                  </a:lnTo>
                  <a:cubicBezTo>
                    <a:pt x="2238" y="2919"/>
                    <a:pt x="1919" y="2701"/>
                    <a:pt x="1542" y="2446"/>
                  </a:cubicBezTo>
                  <a:cubicBezTo>
                    <a:pt x="1060" y="2114"/>
                    <a:pt x="510" y="1741"/>
                    <a:pt x="478" y="1164"/>
                  </a:cubicBezTo>
                  <a:cubicBezTo>
                    <a:pt x="464" y="923"/>
                    <a:pt x="519" y="745"/>
                    <a:pt x="646" y="632"/>
                  </a:cubicBezTo>
                  <a:cubicBezTo>
                    <a:pt x="814" y="486"/>
                    <a:pt x="1074" y="454"/>
                    <a:pt x="1260" y="454"/>
                  </a:cubicBezTo>
                  <a:cubicBezTo>
                    <a:pt x="1406" y="454"/>
                    <a:pt x="1515" y="472"/>
                    <a:pt x="1515" y="472"/>
                  </a:cubicBezTo>
                  <a:lnTo>
                    <a:pt x="1628" y="500"/>
                  </a:lnTo>
                  <a:lnTo>
                    <a:pt x="1710" y="49"/>
                  </a:lnTo>
                  <a:lnTo>
                    <a:pt x="1601" y="27"/>
                  </a:lnTo>
                  <a:cubicBezTo>
                    <a:pt x="1576" y="23"/>
                    <a:pt x="1442" y="0"/>
                    <a:pt x="1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707933" y="1687112"/>
              <a:ext cx="139140" cy="222036"/>
            </a:xfrm>
            <a:custGeom>
              <a:rect b="b" l="l" r="r" t="t"/>
              <a:pathLst>
                <a:path extrusionOk="0" h="3688" w="2311">
                  <a:moveTo>
                    <a:pt x="1051" y="0"/>
                  </a:moveTo>
                  <a:cubicBezTo>
                    <a:pt x="871" y="0"/>
                    <a:pt x="738" y="23"/>
                    <a:pt x="714" y="27"/>
                  </a:cubicBezTo>
                  <a:lnTo>
                    <a:pt x="601" y="49"/>
                  </a:lnTo>
                  <a:lnTo>
                    <a:pt x="682" y="495"/>
                  </a:lnTo>
                  <a:lnTo>
                    <a:pt x="796" y="472"/>
                  </a:lnTo>
                  <a:cubicBezTo>
                    <a:pt x="796" y="472"/>
                    <a:pt x="905" y="454"/>
                    <a:pt x="1051" y="454"/>
                  </a:cubicBezTo>
                  <a:cubicBezTo>
                    <a:pt x="1242" y="454"/>
                    <a:pt x="1501" y="486"/>
                    <a:pt x="1665" y="632"/>
                  </a:cubicBezTo>
                  <a:cubicBezTo>
                    <a:pt x="1792" y="745"/>
                    <a:pt x="1851" y="923"/>
                    <a:pt x="1838" y="1164"/>
                  </a:cubicBezTo>
                  <a:cubicBezTo>
                    <a:pt x="1801" y="1741"/>
                    <a:pt x="1255" y="2114"/>
                    <a:pt x="769" y="2446"/>
                  </a:cubicBezTo>
                  <a:cubicBezTo>
                    <a:pt x="396" y="2701"/>
                    <a:pt x="73" y="2919"/>
                    <a:pt x="18" y="3228"/>
                  </a:cubicBezTo>
                  <a:lnTo>
                    <a:pt x="0" y="3342"/>
                  </a:lnTo>
                  <a:lnTo>
                    <a:pt x="32" y="3346"/>
                  </a:lnTo>
                  <a:cubicBezTo>
                    <a:pt x="32" y="3360"/>
                    <a:pt x="37" y="3369"/>
                    <a:pt x="37" y="3383"/>
                  </a:cubicBezTo>
                  <a:cubicBezTo>
                    <a:pt x="64" y="3556"/>
                    <a:pt x="209" y="3688"/>
                    <a:pt x="387" y="3688"/>
                  </a:cubicBezTo>
                  <a:cubicBezTo>
                    <a:pt x="400" y="3688"/>
                    <a:pt x="419" y="3688"/>
                    <a:pt x="437" y="3683"/>
                  </a:cubicBezTo>
                  <a:cubicBezTo>
                    <a:pt x="528" y="3669"/>
                    <a:pt x="610" y="3624"/>
                    <a:pt x="669" y="3547"/>
                  </a:cubicBezTo>
                  <a:cubicBezTo>
                    <a:pt x="723" y="3474"/>
                    <a:pt x="751" y="3378"/>
                    <a:pt x="737" y="3287"/>
                  </a:cubicBezTo>
                  <a:cubicBezTo>
                    <a:pt x="723" y="3215"/>
                    <a:pt x="692" y="3146"/>
                    <a:pt x="646" y="3096"/>
                  </a:cubicBezTo>
                  <a:cubicBezTo>
                    <a:pt x="751" y="3005"/>
                    <a:pt x="892" y="2914"/>
                    <a:pt x="1024" y="2819"/>
                  </a:cubicBezTo>
                  <a:cubicBezTo>
                    <a:pt x="1569" y="2451"/>
                    <a:pt x="2242" y="1987"/>
                    <a:pt x="2288" y="1191"/>
                  </a:cubicBezTo>
                  <a:cubicBezTo>
                    <a:pt x="2310" y="804"/>
                    <a:pt x="2201" y="500"/>
                    <a:pt x="1965" y="290"/>
                  </a:cubicBezTo>
                  <a:cubicBezTo>
                    <a:pt x="1693" y="51"/>
                    <a:pt x="1319" y="0"/>
                    <a:pt x="1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9"/>
          <p:cNvGrpSpPr/>
          <p:nvPr/>
        </p:nvGrpSpPr>
        <p:grpSpPr>
          <a:xfrm>
            <a:off x="7083795" y="2096263"/>
            <a:ext cx="301247" cy="348600"/>
            <a:chOff x="4296950" y="1621307"/>
            <a:chExt cx="550123" cy="679665"/>
          </a:xfrm>
        </p:grpSpPr>
        <p:sp>
          <p:nvSpPr>
            <p:cNvPr id="473" name="Google Shape;473;p9"/>
            <p:cNvSpPr/>
            <p:nvPr/>
          </p:nvSpPr>
          <p:spPr>
            <a:xfrm>
              <a:off x="4523093" y="1917582"/>
              <a:ext cx="96151" cy="265925"/>
            </a:xfrm>
            <a:custGeom>
              <a:rect b="b" l="l" r="r" t="t"/>
              <a:pathLst>
                <a:path extrusionOk="0" h="4417" w="1597">
                  <a:moveTo>
                    <a:pt x="801" y="1"/>
                  </a:moveTo>
                  <a:cubicBezTo>
                    <a:pt x="360" y="1"/>
                    <a:pt x="1" y="360"/>
                    <a:pt x="1" y="796"/>
                  </a:cubicBezTo>
                  <a:cubicBezTo>
                    <a:pt x="1" y="974"/>
                    <a:pt x="60" y="1133"/>
                    <a:pt x="155" y="1265"/>
                  </a:cubicBezTo>
                  <a:cubicBezTo>
                    <a:pt x="155" y="1265"/>
                    <a:pt x="969" y="2688"/>
                    <a:pt x="155" y="4416"/>
                  </a:cubicBezTo>
                  <a:lnTo>
                    <a:pt x="1442" y="4416"/>
                  </a:lnTo>
                  <a:cubicBezTo>
                    <a:pt x="628" y="2688"/>
                    <a:pt x="1442" y="1265"/>
                    <a:pt x="1442" y="1265"/>
                  </a:cubicBezTo>
                  <a:cubicBezTo>
                    <a:pt x="1538" y="1133"/>
                    <a:pt x="1597" y="974"/>
                    <a:pt x="1597" y="796"/>
                  </a:cubicBezTo>
                  <a:cubicBezTo>
                    <a:pt x="1597" y="360"/>
                    <a:pt x="1238" y="1"/>
                    <a:pt x="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4469688" y="2183452"/>
              <a:ext cx="202959" cy="117520"/>
            </a:xfrm>
            <a:custGeom>
              <a:rect b="b" l="l" r="r" t="t"/>
              <a:pathLst>
                <a:path extrusionOk="0" h="1952" w="3371">
                  <a:moveTo>
                    <a:pt x="1" y="0"/>
                  </a:moveTo>
                  <a:lnTo>
                    <a:pt x="1" y="1951"/>
                  </a:lnTo>
                  <a:lnTo>
                    <a:pt x="3371" y="1951"/>
                  </a:lnTo>
                  <a:lnTo>
                    <a:pt x="33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4494073" y="2210003"/>
              <a:ext cx="154191" cy="64419"/>
            </a:xfrm>
            <a:custGeom>
              <a:rect b="b" l="l" r="r" t="t"/>
              <a:pathLst>
                <a:path extrusionOk="0" h="1070" w="2561">
                  <a:moveTo>
                    <a:pt x="1" y="0"/>
                  </a:moveTo>
                  <a:lnTo>
                    <a:pt x="1" y="1069"/>
                  </a:lnTo>
                  <a:lnTo>
                    <a:pt x="2561" y="1069"/>
                  </a:lnTo>
                  <a:lnTo>
                    <a:pt x="25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4368658" y="1621307"/>
              <a:ext cx="410495" cy="378449"/>
            </a:xfrm>
            <a:custGeom>
              <a:rect b="b" l="l" r="r" t="t"/>
              <a:pathLst>
                <a:path extrusionOk="0" h="6286" w="6818">
                  <a:moveTo>
                    <a:pt x="269" y="1"/>
                  </a:moveTo>
                  <a:cubicBezTo>
                    <a:pt x="269" y="1"/>
                    <a:pt x="1" y="6286"/>
                    <a:pt x="3352" y="6286"/>
                  </a:cubicBezTo>
                  <a:cubicBezTo>
                    <a:pt x="6818" y="6286"/>
                    <a:pt x="6436" y="1"/>
                    <a:pt x="64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4407011" y="1652554"/>
              <a:ext cx="332707" cy="306684"/>
            </a:xfrm>
            <a:custGeom>
              <a:rect b="b" l="l" r="r" t="t"/>
              <a:pathLst>
                <a:path extrusionOk="0" h="5094" w="5526">
                  <a:moveTo>
                    <a:pt x="219" y="0"/>
                  </a:moveTo>
                  <a:cubicBezTo>
                    <a:pt x="219" y="0"/>
                    <a:pt x="0" y="5094"/>
                    <a:pt x="2715" y="5094"/>
                  </a:cubicBezTo>
                  <a:cubicBezTo>
                    <a:pt x="5526" y="5094"/>
                    <a:pt x="5217" y="0"/>
                    <a:pt x="5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4296950" y="1687112"/>
              <a:ext cx="139140" cy="222036"/>
            </a:xfrm>
            <a:custGeom>
              <a:rect b="b" l="l" r="r" t="t"/>
              <a:pathLst>
                <a:path extrusionOk="0" h="3688" w="2311">
                  <a:moveTo>
                    <a:pt x="1261" y="0"/>
                  </a:moveTo>
                  <a:cubicBezTo>
                    <a:pt x="992" y="0"/>
                    <a:pt x="618" y="51"/>
                    <a:pt x="346" y="290"/>
                  </a:cubicBezTo>
                  <a:cubicBezTo>
                    <a:pt x="109" y="500"/>
                    <a:pt x="0" y="804"/>
                    <a:pt x="23" y="1191"/>
                  </a:cubicBezTo>
                  <a:cubicBezTo>
                    <a:pt x="69" y="1987"/>
                    <a:pt x="746" y="2451"/>
                    <a:pt x="1287" y="2819"/>
                  </a:cubicBezTo>
                  <a:cubicBezTo>
                    <a:pt x="1424" y="2914"/>
                    <a:pt x="1560" y="3005"/>
                    <a:pt x="1669" y="3096"/>
                  </a:cubicBezTo>
                  <a:cubicBezTo>
                    <a:pt x="1619" y="3146"/>
                    <a:pt x="1587" y="3215"/>
                    <a:pt x="1578" y="3287"/>
                  </a:cubicBezTo>
                  <a:cubicBezTo>
                    <a:pt x="1565" y="3378"/>
                    <a:pt x="1587" y="3474"/>
                    <a:pt x="1647" y="3547"/>
                  </a:cubicBezTo>
                  <a:cubicBezTo>
                    <a:pt x="1701" y="3624"/>
                    <a:pt x="1783" y="3669"/>
                    <a:pt x="1878" y="3683"/>
                  </a:cubicBezTo>
                  <a:cubicBezTo>
                    <a:pt x="1892" y="3688"/>
                    <a:pt x="1910" y="3688"/>
                    <a:pt x="1928" y="3688"/>
                  </a:cubicBezTo>
                  <a:cubicBezTo>
                    <a:pt x="2101" y="3688"/>
                    <a:pt x="2251" y="3556"/>
                    <a:pt x="2274" y="3383"/>
                  </a:cubicBezTo>
                  <a:cubicBezTo>
                    <a:pt x="2279" y="3369"/>
                    <a:pt x="2279" y="3360"/>
                    <a:pt x="2279" y="3346"/>
                  </a:cubicBezTo>
                  <a:lnTo>
                    <a:pt x="2310" y="3342"/>
                  </a:lnTo>
                  <a:lnTo>
                    <a:pt x="2292" y="3228"/>
                  </a:lnTo>
                  <a:cubicBezTo>
                    <a:pt x="2238" y="2919"/>
                    <a:pt x="1919" y="2701"/>
                    <a:pt x="1542" y="2446"/>
                  </a:cubicBezTo>
                  <a:cubicBezTo>
                    <a:pt x="1060" y="2114"/>
                    <a:pt x="510" y="1741"/>
                    <a:pt x="478" y="1164"/>
                  </a:cubicBezTo>
                  <a:cubicBezTo>
                    <a:pt x="464" y="923"/>
                    <a:pt x="519" y="745"/>
                    <a:pt x="646" y="632"/>
                  </a:cubicBezTo>
                  <a:cubicBezTo>
                    <a:pt x="814" y="486"/>
                    <a:pt x="1074" y="454"/>
                    <a:pt x="1260" y="454"/>
                  </a:cubicBezTo>
                  <a:cubicBezTo>
                    <a:pt x="1406" y="454"/>
                    <a:pt x="1515" y="472"/>
                    <a:pt x="1515" y="472"/>
                  </a:cubicBezTo>
                  <a:lnTo>
                    <a:pt x="1628" y="500"/>
                  </a:lnTo>
                  <a:lnTo>
                    <a:pt x="1710" y="49"/>
                  </a:lnTo>
                  <a:lnTo>
                    <a:pt x="1601" y="27"/>
                  </a:lnTo>
                  <a:cubicBezTo>
                    <a:pt x="1576" y="23"/>
                    <a:pt x="1442" y="0"/>
                    <a:pt x="1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4707933" y="1687112"/>
              <a:ext cx="139140" cy="222036"/>
            </a:xfrm>
            <a:custGeom>
              <a:rect b="b" l="l" r="r" t="t"/>
              <a:pathLst>
                <a:path extrusionOk="0" h="3688" w="2311">
                  <a:moveTo>
                    <a:pt x="1051" y="0"/>
                  </a:moveTo>
                  <a:cubicBezTo>
                    <a:pt x="871" y="0"/>
                    <a:pt x="738" y="23"/>
                    <a:pt x="714" y="27"/>
                  </a:cubicBezTo>
                  <a:lnTo>
                    <a:pt x="601" y="49"/>
                  </a:lnTo>
                  <a:lnTo>
                    <a:pt x="682" y="495"/>
                  </a:lnTo>
                  <a:lnTo>
                    <a:pt x="796" y="472"/>
                  </a:lnTo>
                  <a:cubicBezTo>
                    <a:pt x="796" y="472"/>
                    <a:pt x="905" y="454"/>
                    <a:pt x="1051" y="454"/>
                  </a:cubicBezTo>
                  <a:cubicBezTo>
                    <a:pt x="1242" y="454"/>
                    <a:pt x="1501" y="486"/>
                    <a:pt x="1665" y="632"/>
                  </a:cubicBezTo>
                  <a:cubicBezTo>
                    <a:pt x="1792" y="745"/>
                    <a:pt x="1851" y="923"/>
                    <a:pt x="1838" y="1164"/>
                  </a:cubicBezTo>
                  <a:cubicBezTo>
                    <a:pt x="1801" y="1741"/>
                    <a:pt x="1255" y="2114"/>
                    <a:pt x="769" y="2446"/>
                  </a:cubicBezTo>
                  <a:cubicBezTo>
                    <a:pt x="396" y="2701"/>
                    <a:pt x="73" y="2919"/>
                    <a:pt x="18" y="3228"/>
                  </a:cubicBezTo>
                  <a:lnTo>
                    <a:pt x="0" y="3342"/>
                  </a:lnTo>
                  <a:lnTo>
                    <a:pt x="32" y="3346"/>
                  </a:lnTo>
                  <a:cubicBezTo>
                    <a:pt x="32" y="3360"/>
                    <a:pt x="37" y="3369"/>
                    <a:pt x="37" y="3383"/>
                  </a:cubicBezTo>
                  <a:cubicBezTo>
                    <a:pt x="64" y="3556"/>
                    <a:pt x="209" y="3688"/>
                    <a:pt x="387" y="3688"/>
                  </a:cubicBezTo>
                  <a:cubicBezTo>
                    <a:pt x="400" y="3688"/>
                    <a:pt x="419" y="3688"/>
                    <a:pt x="437" y="3683"/>
                  </a:cubicBezTo>
                  <a:cubicBezTo>
                    <a:pt x="528" y="3669"/>
                    <a:pt x="610" y="3624"/>
                    <a:pt x="669" y="3547"/>
                  </a:cubicBezTo>
                  <a:cubicBezTo>
                    <a:pt x="723" y="3474"/>
                    <a:pt x="751" y="3378"/>
                    <a:pt x="737" y="3287"/>
                  </a:cubicBezTo>
                  <a:cubicBezTo>
                    <a:pt x="723" y="3215"/>
                    <a:pt x="692" y="3146"/>
                    <a:pt x="646" y="3096"/>
                  </a:cubicBezTo>
                  <a:cubicBezTo>
                    <a:pt x="751" y="3005"/>
                    <a:pt x="892" y="2914"/>
                    <a:pt x="1024" y="2819"/>
                  </a:cubicBezTo>
                  <a:cubicBezTo>
                    <a:pt x="1569" y="2451"/>
                    <a:pt x="2242" y="1987"/>
                    <a:pt x="2288" y="1191"/>
                  </a:cubicBezTo>
                  <a:cubicBezTo>
                    <a:pt x="2310" y="804"/>
                    <a:pt x="2201" y="500"/>
                    <a:pt x="1965" y="290"/>
                  </a:cubicBezTo>
                  <a:cubicBezTo>
                    <a:pt x="1693" y="51"/>
                    <a:pt x="1319" y="0"/>
                    <a:pt x="1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p9"/>
          <p:cNvSpPr txBox="1"/>
          <p:nvPr/>
        </p:nvSpPr>
        <p:spPr>
          <a:xfrm>
            <a:off x="432406" y="4207323"/>
            <a:ext cx="67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Bayesian Logistic Regression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9"/>
          <p:cNvSpPr txBox="1"/>
          <p:nvPr/>
        </p:nvSpPr>
        <p:spPr>
          <a:xfrm>
            <a:off x="1103210" y="4207323"/>
            <a:ext cx="67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Gaussian Naive Basas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9"/>
          <p:cNvSpPr txBox="1"/>
          <p:nvPr/>
        </p:nvSpPr>
        <p:spPr>
          <a:xfrm>
            <a:off x="1743848" y="4207323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9"/>
          <p:cNvSpPr txBox="1"/>
          <p:nvPr/>
        </p:nvSpPr>
        <p:spPr>
          <a:xfrm>
            <a:off x="2422748" y="4207323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9"/>
          <p:cNvSpPr txBox="1"/>
          <p:nvPr/>
        </p:nvSpPr>
        <p:spPr>
          <a:xfrm>
            <a:off x="3063410" y="4207323"/>
            <a:ext cx="67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Vector Machine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9"/>
          <p:cNvSpPr txBox="1"/>
          <p:nvPr/>
        </p:nvSpPr>
        <p:spPr>
          <a:xfrm>
            <a:off x="3702373" y="4207323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 Boosting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9"/>
          <p:cNvSpPr txBox="1"/>
          <p:nvPr/>
        </p:nvSpPr>
        <p:spPr>
          <a:xfrm>
            <a:off x="4920673" y="4212461"/>
            <a:ext cx="67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Bayesian Logistic Regression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9"/>
          <p:cNvSpPr txBox="1"/>
          <p:nvPr/>
        </p:nvSpPr>
        <p:spPr>
          <a:xfrm>
            <a:off x="5591477" y="4212461"/>
            <a:ext cx="67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Gaussian Naive Basas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9"/>
          <p:cNvSpPr txBox="1"/>
          <p:nvPr/>
        </p:nvSpPr>
        <p:spPr>
          <a:xfrm>
            <a:off x="6247190" y="4212461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9"/>
          <p:cNvSpPr txBox="1"/>
          <p:nvPr/>
        </p:nvSpPr>
        <p:spPr>
          <a:xfrm>
            <a:off x="6911015" y="4212461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7541927" y="4212461"/>
            <a:ext cx="67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Vector Machine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9"/>
          <p:cNvSpPr txBox="1"/>
          <p:nvPr/>
        </p:nvSpPr>
        <p:spPr>
          <a:xfrm>
            <a:off x="8166665" y="4212461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 Boosting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9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93" name="Google Shape;4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9"/>
          <p:cNvSpPr txBox="1"/>
          <p:nvPr/>
        </p:nvSpPr>
        <p:spPr>
          <a:xfrm>
            <a:off x="1521158" y="4709162"/>
            <a:ext cx="6020769" cy="276959"/>
          </a:xfrm>
          <a:prstGeom prst="rect">
            <a:avLst/>
          </a:prstGeom>
          <a:solidFill>
            <a:srgbClr val="FFFFFF"/>
          </a:solidFill>
          <a:ln cap="flat" cmpd="thickThin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of six models tested, </a:t>
            </a: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performed the best based on </a:t>
            </a: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loss 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"/>
          <p:cNvSpPr txBox="1"/>
          <p:nvPr>
            <p:ph type="title"/>
          </p:nvPr>
        </p:nvSpPr>
        <p:spPr>
          <a:xfrm>
            <a:off x="457200" y="420994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Final Four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00" name="Google Shape;500;p10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01" name="Google Shape;5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2" name="Google Shape;502;p10"/>
          <p:cNvGrpSpPr/>
          <p:nvPr/>
        </p:nvGrpSpPr>
        <p:grpSpPr>
          <a:xfrm>
            <a:off x="4055371" y="994558"/>
            <a:ext cx="977999" cy="1640984"/>
            <a:chOff x="4015983" y="1373942"/>
            <a:chExt cx="672627" cy="1366575"/>
          </a:xfrm>
        </p:grpSpPr>
        <p:sp>
          <p:nvSpPr>
            <p:cNvPr id="503" name="Google Shape;503;p10"/>
            <p:cNvSpPr/>
            <p:nvPr/>
          </p:nvSpPr>
          <p:spPr>
            <a:xfrm>
              <a:off x="4151996" y="2511663"/>
              <a:ext cx="400600" cy="164474"/>
            </a:xfrm>
            <a:custGeom>
              <a:rect b="b" l="l" r="r" t="t"/>
              <a:pathLst>
                <a:path extrusionOk="0" h="1658" w="4038">
                  <a:moveTo>
                    <a:pt x="1" y="1"/>
                  </a:moveTo>
                  <a:lnTo>
                    <a:pt x="1" y="1658"/>
                  </a:lnTo>
                  <a:lnTo>
                    <a:pt x="4037" y="1658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rgbClr val="994C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4288109" y="2340048"/>
              <a:ext cx="128771" cy="171715"/>
            </a:xfrm>
            <a:custGeom>
              <a:rect b="b" l="l" r="r" t="t"/>
              <a:pathLst>
                <a:path extrusionOk="0" h="1731" w="1298">
                  <a:moveTo>
                    <a:pt x="0" y="0"/>
                  </a:moveTo>
                  <a:lnTo>
                    <a:pt x="0" y="1731"/>
                  </a:lnTo>
                  <a:lnTo>
                    <a:pt x="1298" y="1731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FBC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4015983" y="1846430"/>
              <a:ext cx="672627" cy="607898"/>
            </a:xfrm>
            <a:custGeom>
              <a:rect b="b" l="l" r="r" t="t"/>
              <a:pathLst>
                <a:path extrusionOk="0" h="6128" w="6780">
                  <a:moveTo>
                    <a:pt x="0" y="1"/>
                  </a:moveTo>
                  <a:lnTo>
                    <a:pt x="2111" y="6127"/>
                  </a:lnTo>
                  <a:lnTo>
                    <a:pt x="4673" y="6127"/>
                  </a:lnTo>
                  <a:lnTo>
                    <a:pt x="67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4288109" y="2454226"/>
              <a:ext cx="71330" cy="57536"/>
            </a:xfrm>
            <a:custGeom>
              <a:rect b="b" l="l" r="r" t="t"/>
              <a:pathLst>
                <a:path extrusionOk="0" h="580" w="719">
                  <a:moveTo>
                    <a:pt x="0" y="0"/>
                  </a:moveTo>
                  <a:lnTo>
                    <a:pt x="0" y="580"/>
                  </a:lnTo>
                  <a:lnTo>
                    <a:pt x="718" y="58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4359339" y="2454226"/>
              <a:ext cx="57540" cy="57536"/>
            </a:xfrm>
            <a:custGeom>
              <a:rect b="b" l="l" r="r" t="t"/>
              <a:pathLst>
                <a:path extrusionOk="0" h="580" w="580">
                  <a:moveTo>
                    <a:pt x="0" y="0"/>
                  </a:moveTo>
                  <a:lnTo>
                    <a:pt x="0" y="580"/>
                  </a:lnTo>
                  <a:lnTo>
                    <a:pt x="580" y="580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4073424" y="2676037"/>
              <a:ext cx="558141" cy="64480"/>
            </a:xfrm>
            <a:custGeom>
              <a:rect b="b" l="l" r="r" t="t"/>
              <a:pathLst>
                <a:path extrusionOk="0" h="650" w="5626">
                  <a:moveTo>
                    <a:pt x="524" y="1"/>
                  </a:moveTo>
                  <a:lnTo>
                    <a:pt x="1" y="650"/>
                  </a:lnTo>
                  <a:lnTo>
                    <a:pt x="5625" y="650"/>
                  </a:lnTo>
                  <a:lnTo>
                    <a:pt x="5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4288109" y="2454226"/>
              <a:ext cx="128771" cy="7341"/>
            </a:xfrm>
            <a:custGeom>
              <a:rect b="b" l="l" r="r" t="t"/>
              <a:pathLst>
                <a:path extrusionOk="0" h="74" w="1298">
                  <a:moveTo>
                    <a:pt x="0" y="0"/>
                  </a:moveTo>
                  <a:lnTo>
                    <a:pt x="0" y="74"/>
                  </a:lnTo>
                  <a:lnTo>
                    <a:pt x="1298" y="74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4110825" y="1373942"/>
              <a:ext cx="470045" cy="470506"/>
            </a:xfrm>
            <a:custGeom>
              <a:rect b="b" l="l" r="r" t="t"/>
              <a:pathLst>
                <a:path extrusionOk="0" h="4743" w="4738">
                  <a:moveTo>
                    <a:pt x="2367" y="1"/>
                  </a:moveTo>
                  <a:cubicBezTo>
                    <a:pt x="1060" y="1"/>
                    <a:pt x="0" y="1061"/>
                    <a:pt x="0" y="2371"/>
                  </a:cubicBezTo>
                  <a:cubicBezTo>
                    <a:pt x="0" y="3678"/>
                    <a:pt x="1060" y="4742"/>
                    <a:pt x="2367" y="4742"/>
                  </a:cubicBezTo>
                  <a:cubicBezTo>
                    <a:pt x="3678" y="4742"/>
                    <a:pt x="4738" y="3678"/>
                    <a:pt x="4738" y="2371"/>
                  </a:cubicBezTo>
                  <a:cubicBezTo>
                    <a:pt x="4738" y="1061"/>
                    <a:pt x="3678" y="1"/>
                    <a:pt x="2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4328883" y="1487228"/>
              <a:ext cx="232245" cy="210006"/>
            </a:xfrm>
            <a:custGeom>
              <a:rect b="b" l="l" r="r" t="t"/>
              <a:pathLst>
                <a:path extrusionOk="0" h="2117" w="2341">
                  <a:moveTo>
                    <a:pt x="260" y="1"/>
                  </a:moveTo>
                  <a:cubicBezTo>
                    <a:pt x="208" y="66"/>
                    <a:pt x="156" y="139"/>
                    <a:pt x="104" y="208"/>
                  </a:cubicBezTo>
                  <a:cubicBezTo>
                    <a:pt x="69" y="256"/>
                    <a:pt x="35" y="304"/>
                    <a:pt x="0" y="356"/>
                  </a:cubicBezTo>
                  <a:cubicBezTo>
                    <a:pt x="857" y="736"/>
                    <a:pt x="1705" y="1329"/>
                    <a:pt x="2150" y="2116"/>
                  </a:cubicBezTo>
                  <a:cubicBezTo>
                    <a:pt x="2163" y="2086"/>
                    <a:pt x="2176" y="2051"/>
                    <a:pt x="2189" y="2021"/>
                  </a:cubicBezTo>
                  <a:cubicBezTo>
                    <a:pt x="2198" y="2004"/>
                    <a:pt x="2202" y="1987"/>
                    <a:pt x="2206" y="1974"/>
                  </a:cubicBezTo>
                  <a:cubicBezTo>
                    <a:pt x="2206" y="1974"/>
                    <a:pt x="2211" y="1969"/>
                    <a:pt x="2211" y="1969"/>
                  </a:cubicBezTo>
                  <a:cubicBezTo>
                    <a:pt x="2215" y="1952"/>
                    <a:pt x="2219" y="1939"/>
                    <a:pt x="2224" y="1926"/>
                  </a:cubicBezTo>
                  <a:cubicBezTo>
                    <a:pt x="2228" y="1922"/>
                    <a:pt x="2228" y="1917"/>
                    <a:pt x="2228" y="1913"/>
                  </a:cubicBezTo>
                  <a:cubicBezTo>
                    <a:pt x="2232" y="1900"/>
                    <a:pt x="2237" y="1887"/>
                    <a:pt x="2241" y="1874"/>
                  </a:cubicBezTo>
                  <a:cubicBezTo>
                    <a:pt x="2241" y="1870"/>
                    <a:pt x="2245" y="1865"/>
                    <a:pt x="2245" y="1861"/>
                  </a:cubicBezTo>
                  <a:cubicBezTo>
                    <a:pt x="2250" y="1848"/>
                    <a:pt x="2254" y="1835"/>
                    <a:pt x="2254" y="1826"/>
                  </a:cubicBezTo>
                  <a:cubicBezTo>
                    <a:pt x="2258" y="1818"/>
                    <a:pt x="2263" y="1809"/>
                    <a:pt x="2263" y="1801"/>
                  </a:cubicBezTo>
                  <a:cubicBezTo>
                    <a:pt x="2267" y="1792"/>
                    <a:pt x="2267" y="1783"/>
                    <a:pt x="2271" y="1775"/>
                  </a:cubicBezTo>
                  <a:cubicBezTo>
                    <a:pt x="2276" y="1757"/>
                    <a:pt x="2280" y="1740"/>
                    <a:pt x="2284" y="1723"/>
                  </a:cubicBezTo>
                  <a:cubicBezTo>
                    <a:pt x="2289" y="1705"/>
                    <a:pt x="2289" y="1688"/>
                    <a:pt x="2293" y="1671"/>
                  </a:cubicBezTo>
                  <a:cubicBezTo>
                    <a:pt x="2293" y="1666"/>
                    <a:pt x="2297" y="1662"/>
                    <a:pt x="2297" y="1653"/>
                  </a:cubicBezTo>
                  <a:cubicBezTo>
                    <a:pt x="2302" y="1645"/>
                    <a:pt x="2302" y="1632"/>
                    <a:pt x="2306" y="1619"/>
                  </a:cubicBezTo>
                  <a:cubicBezTo>
                    <a:pt x="2306" y="1614"/>
                    <a:pt x="2306" y="1610"/>
                    <a:pt x="2306" y="1602"/>
                  </a:cubicBezTo>
                  <a:cubicBezTo>
                    <a:pt x="2310" y="1593"/>
                    <a:pt x="2310" y="1580"/>
                    <a:pt x="2315" y="1567"/>
                  </a:cubicBezTo>
                  <a:cubicBezTo>
                    <a:pt x="2315" y="1563"/>
                    <a:pt x="2315" y="1558"/>
                    <a:pt x="2315" y="1554"/>
                  </a:cubicBezTo>
                  <a:cubicBezTo>
                    <a:pt x="2319" y="1537"/>
                    <a:pt x="2319" y="1519"/>
                    <a:pt x="2323" y="1502"/>
                  </a:cubicBezTo>
                  <a:cubicBezTo>
                    <a:pt x="2323" y="1502"/>
                    <a:pt x="2323" y="1498"/>
                    <a:pt x="2323" y="1493"/>
                  </a:cubicBezTo>
                  <a:cubicBezTo>
                    <a:pt x="2323" y="1480"/>
                    <a:pt x="2328" y="1467"/>
                    <a:pt x="2328" y="1454"/>
                  </a:cubicBezTo>
                  <a:cubicBezTo>
                    <a:pt x="2328" y="1450"/>
                    <a:pt x="2328" y="1441"/>
                    <a:pt x="2332" y="1437"/>
                  </a:cubicBezTo>
                  <a:cubicBezTo>
                    <a:pt x="2332" y="1424"/>
                    <a:pt x="2332" y="1415"/>
                    <a:pt x="2332" y="1403"/>
                  </a:cubicBezTo>
                  <a:cubicBezTo>
                    <a:pt x="2332" y="1398"/>
                    <a:pt x="2332" y="1390"/>
                    <a:pt x="2336" y="1385"/>
                  </a:cubicBezTo>
                  <a:cubicBezTo>
                    <a:pt x="2336" y="1372"/>
                    <a:pt x="2336" y="1359"/>
                    <a:pt x="2336" y="1351"/>
                  </a:cubicBezTo>
                  <a:cubicBezTo>
                    <a:pt x="2336" y="1346"/>
                    <a:pt x="2336" y="1342"/>
                    <a:pt x="2336" y="1338"/>
                  </a:cubicBezTo>
                  <a:cubicBezTo>
                    <a:pt x="2336" y="1320"/>
                    <a:pt x="2341" y="1303"/>
                    <a:pt x="2341" y="1290"/>
                  </a:cubicBezTo>
                  <a:cubicBezTo>
                    <a:pt x="2341" y="1281"/>
                    <a:pt x="2341" y="1277"/>
                    <a:pt x="2341" y="1273"/>
                  </a:cubicBezTo>
                  <a:cubicBezTo>
                    <a:pt x="2341" y="1260"/>
                    <a:pt x="2341" y="1251"/>
                    <a:pt x="2341" y="1238"/>
                  </a:cubicBezTo>
                  <a:cubicBezTo>
                    <a:pt x="2341" y="1234"/>
                    <a:pt x="2341" y="1225"/>
                    <a:pt x="2341" y="1221"/>
                  </a:cubicBezTo>
                  <a:cubicBezTo>
                    <a:pt x="2341" y="1208"/>
                    <a:pt x="2341" y="1199"/>
                    <a:pt x="2341" y="1191"/>
                  </a:cubicBezTo>
                  <a:cubicBezTo>
                    <a:pt x="2341" y="1182"/>
                    <a:pt x="2341" y="1178"/>
                    <a:pt x="2341" y="1169"/>
                  </a:cubicBezTo>
                  <a:cubicBezTo>
                    <a:pt x="2341" y="1156"/>
                    <a:pt x="2341" y="1147"/>
                    <a:pt x="2336" y="1134"/>
                  </a:cubicBezTo>
                  <a:cubicBezTo>
                    <a:pt x="2336" y="1126"/>
                    <a:pt x="2336" y="1117"/>
                    <a:pt x="2336" y="1113"/>
                  </a:cubicBezTo>
                  <a:cubicBezTo>
                    <a:pt x="2336" y="1100"/>
                    <a:pt x="2336" y="1087"/>
                    <a:pt x="2336" y="1078"/>
                  </a:cubicBezTo>
                  <a:cubicBezTo>
                    <a:pt x="2336" y="1069"/>
                    <a:pt x="2332" y="1061"/>
                    <a:pt x="2332" y="1056"/>
                  </a:cubicBezTo>
                  <a:cubicBezTo>
                    <a:pt x="2332" y="1043"/>
                    <a:pt x="2332" y="1035"/>
                    <a:pt x="2332" y="1026"/>
                  </a:cubicBezTo>
                  <a:cubicBezTo>
                    <a:pt x="2332" y="1022"/>
                    <a:pt x="2328" y="1013"/>
                    <a:pt x="2328" y="1004"/>
                  </a:cubicBezTo>
                  <a:cubicBezTo>
                    <a:pt x="2328" y="996"/>
                    <a:pt x="2328" y="987"/>
                    <a:pt x="2328" y="979"/>
                  </a:cubicBezTo>
                  <a:cubicBezTo>
                    <a:pt x="2323" y="974"/>
                    <a:pt x="2323" y="966"/>
                    <a:pt x="2323" y="957"/>
                  </a:cubicBezTo>
                  <a:cubicBezTo>
                    <a:pt x="2323" y="944"/>
                    <a:pt x="2319" y="931"/>
                    <a:pt x="2319" y="918"/>
                  </a:cubicBezTo>
                  <a:cubicBezTo>
                    <a:pt x="2319" y="909"/>
                    <a:pt x="2315" y="901"/>
                    <a:pt x="2315" y="892"/>
                  </a:cubicBezTo>
                  <a:cubicBezTo>
                    <a:pt x="2315" y="883"/>
                    <a:pt x="2310" y="875"/>
                    <a:pt x="2310" y="866"/>
                  </a:cubicBezTo>
                  <a:cubicBezTo>
                    <a:pt x="2310" y="857"/>
                    <a:pt x="2306" y="853"/>
                    <a:pt x="2306" y="844"/>
                  </a:cubicBezTo>
                  <a:cubicBezTo>
                    <a:pt x="2306" y="836"/>
                    <a:pt x="2302" y="827"/>
                    <a:pt x="2302" y="823"/>
                  </a:cubicBezTo>
                  <a:cubicBezTo>
                    <a:pt x="2302" y="814"/>
                    <a:pt x="2297" y="805"/>
                    <a:pt x="2297" y="797"/>
                  </a:cubicBezTo>
                  <a:cubicBezTo>
                    <a:pt x="2297" y="788"/>
                    <a:pt x="2293" y="784"/>
                    <a:pt x="2293" y="775"/>
                  </a:cubicBezTo>
                  <a:cubicBezTo>
                    <a:pt x="2289" y="758"/>
                    <a:pt x="2284" y="741"/>
                    <a:pt x="2280" y="723"/>
                  </a:cubicBezTo>
                  <a:cubicBezTo>
                    <a:pt x="2280" y="719"/>
                    <a:pt x="2280" y="715"/>
                    <a:pt x="2276" y="710"/>
                  </a:cubicBezTo>
                  <a:cubicBezTo>
                    <a:pt x="2276" y="702"/>
                    <a:pt x="2271" y="693"/>
                    <a:pt x="2271" y="684"/>
                  </a:cubicBezTo>
                  <a:cubicBezTo>
                    <a:pt x="2267" y="676"/>
                    <a:pt x="2267" y="671"/>
                    <a:pt x="2267" y="663"/>
                  </a:cubicBezTo>
                  <a:cubicBezTo>
                    <a:pt x="2263" y="654"/>
                    <a:pt x="2263" y="645"/>
                    <a:pt x="2258" y="637"/>
                  </a:cubicBezTo>
                  <a:cubicBezTo>
                    <a:pt x="2258" y="632"/>
                    <a:pt x="2254" y="628"/>
                    <a:pt x="2254" y="619"/>
                  </a:cubicBezTo>
                  <a:cubicBezTo>
                    <a:pt x="2250" y="611"/>
                    <a:pt x="2250" y="602"/>
                    <a:pt x="2245" y="593"/>
                  </a:cubicBezTo>
                  <a:cubicBezTo>
                    <a:pt x="2245" y="589"/>
                    <a:pt x="2241" y="585"/>
                    <a:pt x="2241" y="580"/>
                  </a:cubicBezTo>
                  <a:cubicBezTo>
                    <a:pt x="2237" y="559"/>
                    <a:pt x="2228" y="542"/>
                    <a:pt x="2224" y="520"/>
                  </a:cubicBezTo>
                  <a:cubicBezTo>
                    <a:pt x="2219" y="520"/>
                    <a:pt x="2219" y="516"/>
                    <a:pt x="2219" y="511"/>
                  </a:cubicBezTo>
                  <a:cubicBezTo>
                    <a:pt x="2215" y="503"/>
                    <a:pt x="2211" y="494"/>
                    <a:pt x="2206" y="481"/>
                  </a:cubicBezTo>
                  <a:cubicBezTo>
                    <a:pt x="2206" y="477"/>
                    <a:pt x="2206" y="472"/>
                    <a:pt x="2202" y="468"/>
                  </a:cubicBezTo>
                  <a:cubicBezTo>
                    <a:pt x="2198" y="459"/>
                    <a:pt x="2198" y="451"/>
                    <a:pt x="2194" y="438"/>
                  </a:cubicBezTo>
                  <a:cubicBezTo>
                    <a:pt x="2189" y="433"/>
                    <a:pt x="2189" y="429"/>
                    <a:pt x="2185" y="425"/>
                  </a:cubicBezTo>
                  <a:cubicBezTo>
                    <a:pt x="2185" y="416"/>
                    <a:pt x="2181" y="407"/>
                    <a:pt x="2176" y="399"/>
                  </a:cubicBezTo>
                  <a:cubicBezTo>
                    <a:pt x="1964" y="312"/>
                    <a:pt x="1713" y="291"/>
                    <a:pt x="1441" y="260"/>
                  </a:cubicBezTo>
                  <a:cubicBezTo>
                    <a:pt x="1073" y="226"/>
                    <a:pt x="666" y="187"/>
                    <a:pt x="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4131857" y="1569762"/>
              <a:ext cx="149903" cy="216752"/>
            </a:xfrm>
            <a:custGeom>
              <a:rect b="b" l="l" r="r" t="t"/>
              <a:pathLst>
                <a:path extrusionOk="0" h="2185" w="1511">
                  <a:moveTo>
                    <a:pt x="1172" y="0"/>
                  </a:moveTo>
                  <a:cubicBezTo>
                    <a:pt x="920" y="0"/>
                    <a:pt x="684" y="109"/>
                    <a:pt x="476" y="259"/>
                  </a:cubicBezTo>
                  <a:cubicBezTo>
                    <a:pt x="290" y="389"/>
                    <a:pt x="130" y="549"/>
                    <a:pt x="0" y="705"/>
                  </a:cubicBezTo>
                  <a:cubicBezTo>
                    <a:pt x="13" y="813"/>
                    <a:pt x="39" y="925"/>
                    <a:pt x="69" y="1029"/>
                  </a:cubicBezTo>
                  <a:cubicBezTo>
                    <a:pt x="74" y="1033"/>
                    <a:pt x="74" y="1033"/>
                    <a:pt x="74" y="1033"/>
                  </a:cubicBezTo>
                  <a:cubicBezTo>
                    <a:pt x="78" y="1051"/>
                    <a:pt x="82" y="1068"/>
                    <a:pt x="87" y="1081"/>
                  </a:cubicBezTo>
                  <a:cubicBezTo>
                    <a:pt x="91" y="1085"/>
                    <a:pt x="91" y="1090"/>
                    <a:pt x="91" y="1090"/>
                  </a:cubicBezTo>
                  <a:cubicBezTo>
                    <a:pt x="95" y="1107"/>
                    <a:pt x="100" y="1120"/>
                    <a:pt x="104" y="1133"/>
                  </a:cubicBezTo>
                  <a:cubicBezTo>
                    <a:pt x="108" y="1137"/>
                    <a:pt x="108" y="1142"/>
                    <a:pt x="108" y="1146"/>
                  </a:cubicBezTo>
                  <a:cubicBezTo>
                    <a:pt x="117" y="1159"/>
                    <a:pt x="121" y="1172"/>
                    <a:pt x="126" y="1185"/>
                  </a:cubicBezTo>
                  <a:cubicBezTo>
                    <a:pt x="126" y="1189"/>
                    <a:pt x="130" y="1194"/>
                    <a:pt x="130" y="1198"/>
                  </a:cubicBezTo>
                  <a:cubicBezTo>
                    <a:pt x="134" y="1211"/>
                    <a:pt x="139" y="1224"/>
                    <a:pt x="147" y="1237"/>
                  </a:cubicBezTo>
                  <a:cubicBezTo>
                    <a:pt x="147" y="1241"/>
                    <a:pt x="147" y="1245"/>
                    <a:pt x="152" y="1245"/>
                  </a:cubicBezTo>
                  <a:cubicBezTo>
                    <a:pt x="156" y="1263"/>
                    <a:pt x="160" y="1276"/>
                    <a:pt x="169" y="1289"/>
                  </a:cubicBezTo>
                  <a:cubicBezTo>
                    <a:pt x="169" y="1289"/>
                    <a:pt x="173" y="1293"/>
                    <a:pt x="173" y="1297"/>
                  </a:cubicBezTo>
                  <a:cubicBezTo>
                    <a:pt x="178" y="1310"/>
                    <a:pt x="186" y="1323"/>
                    <a:pt x="191" y="1336"/>
                  </a:cubicBezTo>
                  <a:cubicBezTo>
                    <a:pt x="195" y="1341"/>
                    <a:pt x="195" y="1345"/>
                    <a:pt x="195" y="1349"/>
                  </a:cubicBezTo>
                  <a:cubicBezTo>
                    <a:pt x="204" y="1362"/>
                    <a:pt x="208" y="1375"/>
                    <a:pt x="217" y="1388"/>
                  </a:cubicBezTo>
                  <a:cubicBezTo>
                    <a:pt x="217" y="1388"/>
                    <a:pt x="221" y="1393"/>
                    <a:pt x="221" y="1397"/>
                  </a:cubicBezTo>
                  <a:cubicBezTo>
                    <a:pt x="230" y="1410"/>
                    <a:pt x="234" y="1423"/>
                    <a:pt x="242" y="1436"/>
                  </a:cubicBezTo>
                  <a:cubicBezTo>
                    <a:pt x="242" y="1440"/>
                    <a:pt x="247" y="1440"/>
                    <a:pt x="247" y="1444"/>
                  </a:cubicBezTo>
                  <a:cubicBezTo>
                    <a:pt x="255" y="1457"/>
                    <a:pt x="264" y="1470"/>
                    <a:pt x="268" y="1488"/>
                  </a:cubicBezTo>
                  <a:cubicBezTo>
                    <a:pt x="273" y="1488"/>
                    <a:pt x="273" y="1488"/>
                    <a:pt x="273" y="1492"/>
                  </a:cubicBezTo>
                  <a:cubicBezTo>
                    <a:pt x="281" y="1505"/>
                    <a:pt x="290" y="1522"/>
                    <a:pt x="303" y="1540"/>
                  </a:cubicBezTo>
                  <a:cubicBezTo>
                    <a:pt x="342" y="1600"/>
                    <a:pt x="381" y="1661"/>
                    <a:pt x="429" y="1721"/>
                  </a:cubicBezTo>
                  <a:cubicBezTo>
                    <a:pt x="429" y="1721"/>
                    <a:pt x="429" y="1721"/>
                    <a:pt x="429" y="1726"/>
                  </a:cubicBezTo>
                  <a:cubicBezTo>
                    <a:pt x="441" y="1739"/>
                    <a:pt x="450" y="1752"/>
                    <a:pt x="459" y="1765"/>
                  </a:cubicBezTo>
                  <a:cubicBezTo>
                    <a:pt x="463" y="1765"/>
                    <a:pt x="463" y="1769"/>
                    <a:pt x="467" y="1773"/>
                  </a:cubicBezTo>
                  <a:cubicBezTo>
                    <a:pt x="476" y="1782"/>
                    <a:pt x="485" y="1795"/>
                    <a:pt x="493" y="1804"/>
                  </a:cubicBezTo>
                  <a:cubicBezTo>
                    <a:pt x="498" y="1808"/>
                    <a:pt x="502" y="1812"/>
                    <a:pt x="506" y="1817"/>
                  </a:cubicBezTo>
                  <a:cubicBezTo>
                    <a:pt x="515" y="1825"/>
                    <a:pt x="524" y="1834"/>
                    <a:pt x="532" y="1847"/>
                  </a:cubicBezTo>
                  <a:cubicBezTo>
                    <a:pt x="532" y="1851"/>
                    <a:pt x="537" y="1851"/>
                    <a:pt x="541" y="1855"/>
                  </a:cubicBezTo>
                  <a:cubicBezTo>
                    <a:pt x="550" y="1868"/>
                    <a:pt x="558" y="1877"/>
                    <a:pt x="567" y="1886"/>
                  </a:cubicBezTo>
                  <a:cubicBezTo>
                    <a:pt x="571" y="1890"/>
                    <a:pt x="576" y="1894"/>
                    <a:pt x="580" y="1899"/>
                  </a:cubicBezTo>
                  <a:cubicBezTo>
                    <a:pt x="589" y="1907"/>
                    <a:pt x="597" y="1916"/>
                    <a:pt x="606" y="1925"/>
                  </a:cubicBezTo>
                  <a:cubicBezTo>
                    <a:pt x="610" y="1929"/>
                    <a:pt x="615" y="1933"/>
                    <a:pt x="619" y="1938"/>
                  </a:cubicBezTo>
                  <a:cubicBezTo>
                    <a:pt x="628" y="1946"/>
                    <a:pt x="636" y="1955"/>
                    <a:pt x="645" y="1964"/>
                  </a:cubicBezTo>
                  <a:cubicBezTo>
                    <a:pt x="649" y="1968"/>
                    <a:pt x="653" y="1972"/>
                    <a:pt x="658" y="1977"/>
                  </a:cubicBezTo>
                  <a:cubicBezTo>
                    <a:pt x="666" y="1985"/>
                    <a:pt x="675" y="1994"/>
                    <a:pt x="684" y="2003"/>
                  </a:cubicBezTo>
                  <a:cubicBezTo>
                    <a:pt x="688" y="2003"/>
                    <a:pt x="692" y="2007"/>
                    <a:pt x="697" y="2011"/>
                  </a:cubicBezTo>
                  <a:cubicBezTo>
                    <a:pt x="705" y="2020"/>
                    <a:pt x="714" y="2028"/>
                    <a:pt x="727" y="2037"/>
                  </a:cubicBezTo>
                  <a:cubicBezTo>
                    <a:pt x="731" y="2041"/>
                    <a:pt x="736" y="2046"/>
                    <a:pt x="740" y="2050"/>
                  </a:cubicBezTo>
                  <a:cubicBezTo>
                    <a:pt x="749" y="2059"/>
                    <a:pt x="757" y="2063"/>
                    <a:pt x="766" y="2072"/>
                  </a:cubicBezTo>
                  <a:cubicBezTo>
                    <a:pt x="770" y="2076"/>
                    <a:pt x="775" y="2080"/>
                    <a:pt x="779" y="2085"/>
                  </a:cubicBezTo>
                  <a:cubicBezTo>
                    <a:pt x="792" y="2093"/>
                    <a:pt x="801" y="2102"/>
                    <a:pt x="814" y="2106"/>
                  </a:cubicBezTo>
                  <a:cubicBezTo>
                    <a:pt x="814" y="2111"/>
                    <a:pt x="818" y="2115"/>
                    <a:pt x="822" y="2119"/>
                  </a:cubicBezTo>
                  <a:cubicBezTo>
                    <a:pt x="835" y="2128"/>
                    <a:pt x="848" y="2137"/>
                    <a:pt x="857" y="2145"/>
                  </a:cubicBezTo>
                  <a:cubicBezTo>
                    <a:pt x="861" y="2145"/>
                    <a:pt x="865" y="2150"/>
                    <a:pt x="870" y="2150"/>
                  </a:cubicBezTo>
                  <a:cubicBezTo>
                    <a:pt x="883" y="2163"/>
                    <a:pt x="896" y="2171"/>
                    <a:pt x="909" y="2180"/>
                  </a:cubicBezTo>
                  <a:cubicBezTo>
                    <a:pt x="909" y="2180"/>
                    <a:pt x="909" y="2180"/>
                    <a:pt x="913" y="2184"/>
                  </a:cubicBezTo>
                  <a:cubicBezTo>
                    <a:pt x="909" y="2041"/>
                    <a:pt x="917" y="1894"/>
                    <a:pt x="935" y="1752"/>
                  </a:cubicBezTo>
                  <a:cubicBezTo>
                    <a:pt x="1008" y="1176"/>
                    <a:pt x="1229" y="592"/>
                    <a:pt x="1510" y="69"/>
                  </a:cubicBezTo>
                  <a:cubicBezTo>
                    <a:pt x="1395" y="21"/>
                    <a:pt x="1282" y="0"/>
                    <a:pt x="1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4298823" y="1532760"/>
              <a:ext cx="237007" cy="282522"/>
            </a:xfrm>
            <a:custGeom>
              <a:rect b="b" l="l" r="r" t="t"/>
              <a:pathLst>
                <a:path extrusionOk="0" h="2848" w="2389">
                  <a:moveTo>
                    <a:pt x="234" y="0"/>
                  </a:moveTo>
                  <a:cubicBezTo>
                    <a:pt x="152" y="121"/>
                    <a:pt x="74" y="251"/>
                    <a:pt x="0" y="385"/>
                  </a:cubicBezTo>
                  <a:cubicBezTo>
                    <a:pt x="615" y="736"/>
                    <a:pt x="891" y="1913"/>
                    <a:pt x="1090" y="2748"/>
                  </a:cubicBezTo>
                  <a:cubicBezTo>
                    <a:pt x="1095" y="2782"/>
                    <a:pt x="1103" y="2813"/>
                    <a:pt x="1112" y="2847"/>
                  </a:cubicBezTo>
                  <a:cubicBezTo>
                    <a:pt x="1212" y="2813"/>
                    <a:pt x="1311" y="2774"/>
                    <a:pt x="1406" y="2730"/>
                  </a:cubicBezTo>
                  <a:cubicBezTo>
                    <a:pt x="1424" y="2722"/>
                    <a:pt x="1437" y="2713"/>
                    <a:pt x="1454" y="2709"/>
                  </a:cubicBezTo>
                  <a:cubicBezTo>
                    <a:pt x="1454" y="2709"/>
                    <a:pt x="1454" y="2704"/>
                    <a:pt x="1454" y="2704"/>
                  </a:cubicBezTo>
                  <a:cubicBezTo>
                    <a:pt x="1471" y="2700"/>
                    <a:pt x="1484" y="2691"/>
                    <a:pt x="1501" y="2683"/>
                  </a:cubicBezTo>
                  <a:cubicBezTo>
                    <a:pt x="1514" y="2674"/>
                    <a:pt x="1532" y="2665"/>
                    <a:pt x="1545" y="2657"/>
                  </a:cubicBezTo>
                  <a:cubicBezTo>
                    <a:pt x="1562" y="2648"/>
                    <a:pt x="1575" y="2639"/>
                    <a:pt x="1592" y="2631"/>
                  </a:cubicBezTo>
                  <a:cubicBezTo>
                    <a:pt x="1605" y="2622"/>
                    <a:pt x="1623" y="2613"/>
                    <a:pt x="1636" y="2601"/>
                  </a:cubicBezTo>
                  <a:cubicBezTo>
                    <a:pt x="1653" y="2592"/>
                    <a:pt x="1666" y="2583"/>
                    <a:pt x="1679" y="2575"/>
                  </a:cubicBezTo>
                  <a:lnTo>
                    <a:pt x="1683" y="2575"/>
                  </a:lnTo>
                  <a:cubicBezTo>
                    <a:pt x="1696" y="2562"/>
                    <a:pt x="1709" y="2553"/>
                    <a:pt x="1722" y="2544"/>
                  </a:cubicBezTo>
                  <a:lnTo>
                    <a:pt x="1726" y="2544"/>
                  </a:lnTo>
                  <a:cubicBezTo>
                    <a:pt x="1739" y="2531"/>
                    <a:pt x="1752" y="2523"/>
                    <a:pt x="1765" y="2514"/>
                  </a:cubicBezTo>
                  <a:cubicBezTo>
                    <a:pt x="1765" y="2514"/>
                    <a:pt x="1765" y="2514"/>
                    <a:pt x="1765" y="2510"/>
                  </a:cubicBezTo>
                  <a:cubicBezTo>
                    <a:pt x="1783" y="2501"/>
                    <a:pt x="1796" y="2492"/>
                    <a:pt x="1809" y="2479"/>
                  </a:cubicBezTo>
                  <a:cubicBezTo>
                    <a:pt x="1822" y="2471"/>
                    <a:pt x="1835" y="2458"/>
                    <a:pt x="1848" y="2449"/>
                  </a:cubicBezTo>
                  <a:lnTo>
                    <a:pt x="1852" y="2449"/>
                  </a:lnTo>
                  <a:cubicBezTo>
                    <a:pt x="1865" y="2436"/>
                    <a:pt x="1878" y="2423"/>
                    <a:pt x="1891" y="2414"/>
                  </a:cubicBezTo>
                  <a:cubicBezTo>
                    <a:pt x="1904" y="2401"/>
                    <a:pt x="1917" y="2389"/>
                    <a:pt x="1930" y="2380"/>
                  </a:cubicBezTo>
                  <a:cubicBezTo>
                    <a:pt x="1943" y="2367"/>
                    <a:pt x="1956" y="2354"/>
                    <a:pt x="1969" y="2345"/>
                  </a:cubicBezTo>
                  <a:cubicBezTo>
                    <a:pt x="1969" y="2341"/>
                    <a:pt x="1969" y="2341"/>
                    <a:pt x="1969" y="2341"/>
                  </a:cubicBezTo>
                  <a:cubicBezTo>
                    <a:pt x="1982" y="2332"/>
                    <a:pt x="1995" y="2319"/>
                    <a:pt x="2008" y="2306"/>
                  </a:cubicBezTo>
                  <a:cubicBezTo>
                    <a:pt x="2021" y="2293"/>
                    <a:pt x="2029" y="2280"/>
                    <a:pt x="2042" y="2267"/>
                  </a:cubicBezTo>
                  <a:cubicBezTo>
                    <a:pt x="2055" y="2254"/>
                    <a:pt x="2068" y="2241"/>
                    <a:pt x="2077" y="2228"/>
                  </a:cubicBezTo>
                  <a:lnTo>
                    <a:pt x="2081" y="2228"/>
                  </a:lnTo>
                  <a:cubicBezTo>
                    <a:pt x="2090" y="2215"/>
                    <a:pt x="2103" y="2202"/>
                    <a:pt x="2116" y="2190"/>
                  </a:cubicBezTo>
                  <a:cubicBezTo>
                    <a:pt x="2124" y="2177"/>
                    <a:pt x="2137" y="2164"/>
                    <a:pt x="2150" y="2151"/>
                  </a:cubicBezTo>
                  <a:cubicBezTo>
                    <a:pt x="2159" y="2133"/>
                    <a:pt x="2172" y="2120"/>
                    <a:pt x="2181" y="2107"/>
                  </a:cubicBezTo>
                  <a:cubicBezTo>
                    <a:pt x="2194" y="2094"/>
                    <a:pt x="2202" y="2077"/>
                    <a:pt x="2215" y="2064"/>
                  </a:cubicBezTo>
                  <a:cubicBezTo>
                    <a:pt x="2224" y="2051"/>
                    <a:pt x="2237" y="2038"/>
                    <a:pt x="2246" y="2021"/>
                  </a:cubicBezTo>
                  <a:cubicBezTo>
                    <a:pt x="2254" y="2008"/>
                    <a:pt x="2267" y="1990"/>
                    <a:pt x="2276" y="1978"/>
                  </a:cubicBezTo>
                  <a:cubicBezTo>
                    <a:pt x="2315" y="1917"/>
                    <a:pt x="2354" y="1856"/>
                    <a:pt x="2388" y="1791"/>
                  </a:cubicBezTo>
                  <a:cubicBezTo>
                    <a:pt x="1969" y="991"/>
                    <a:pt x="1112" y="394"/>
                    <a:pt x="247" y="5"/>
                  </a:cubicBezTo>
                  <a:cubicBezTo>
                    <a:pt x="242" y="5"/>
                    <a:pt x="238" y="0"/>
                    <a:pt x="2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4233941" y="1581666"/>
              <a:ext cx="163196" cy="243040"/>
            </a:xfrm>
            <a:custGeom>
              <a:rect b="b" l="l" r="r" t="t"/>
              <a:pathLst>
                <a:path extrusionOk="0" h="2450" w="1645">
                  <a:moveTo>
                    <a:pt x="594" y="1"/>
                  </a:moveTo>
                  <a:cubicBezTo>
                    <a:pt x="317" y="515"/>
                    <a:pt x="100" y="1086"/>
                    <a:pt x="31" y="1645"/>
                  </a:cubicBezTo>
                  <a:cubicBezTo>
                    <a:pt x="10" y="1813"/>
                    <a:pt x="1" y="1982"/>
                    <a:pt x="10" y="2142"/>
                  </a:cubicBezTo>
                  <a:cubicBezTo>
                    <a:pt x="18" y="2151"/>
                    <a:pt x="31" y="2155"/>
                    <a:pt x="40" y="2164"/>
                  </a:cubicBezTo>
                  <a:cubicBezTo>
                    <a:pt x="44" y="2164"/>
                    <a:pt x="44" y="2164"/>
                    <a:pt x="48" y="2168"/>
                  </a:cubicBezTo>
                  <a:cubicBezTo>
                    <a:pt x="57" y="2172"/>
                    <a:pt x="70" y="2177"/>
                    <a:pt x="79" y="2185"/>
                  </a:cubicBezTo>
                  <a:lnTo>
                    <a:pt x="83" y="2185"/>
                  </a:lnTo>
                  <a:cubicBezTo>
                    <a:pt x="105" y="2198"/>
                    <a:pt x="131" y="2211"/>
                    <a:pt x="152" y="2220"/>
                  </a:cubicBezTo>
                  <a:cubicBezTo>
                    <a:pt x="152" y="2220"/>
                    <a:pt x="152" y="2224"/>
                    <a:pt x="152" y="2224"/>
                  </a:cubicBezTo>
                  <a:cubicBezTo>
                    <a:pt x="165" y="2229"/>
                    <a:pt x="174" y="2233"/>
                    <a:pt x="183" y="2237"/>
                  </a:cubicBezTo>
                  <a:cubicBezTo>
                    <a:pt x="187" y="2237"/>
                    <a:pt x="191" y="2242"/>
                    <a:pt x="196" y="2242"/>
                  </a:cubicBezTo>
                  <a:cubicBezTo>
                    <a:pt x="204" y="2246"/>
                    <a:pt x="213" y="2250"/>
                    <a:pt x="226" y="2255"/>
                  </a:cubicBezTo>
                  <a:cubicBezTo>
                    <a:pt x="230" y="2259"/>
                    <a:pt x="235" y="2259"/>
                    <a:pt x="239" y="2263"/>
                  </a:cubicBezTo>
                  <a:cubicBezTo>
                    <a:pt x="252" y="2268"/>
                    <a:pt x="265" y="2272"/>
                    <a:pt x="278" y="2281"/>
                  </a:cubicBezTo>
                  <a:cubicBezTo>
                    <a:pt x="286" y="2281"/>
                    <a:pt x="295" y="2285"/>
                    <a:pt x="308" y="2289"/>
                  </a:cubicBezTo>
                  <a:cubicBezTo>
                    <a:pt x="312" y="2294"/>
                    <a:pt x="321" y="2298"/>
                    <a:pt x="330" y="2298"/>
                  </a:cubicBezTo>
                  <a:cubicBezTo>
                    <a:pt x="334" y="2302"/>
                    <a:pt x="343" y="2307"/>
                    <a:pt x="351" y="2311"/>
                  </a:cubicBezTo>
                  <a:cubicBezTo>
                    <a:pt x="360" y="2311"/>
                    <a:pt x="369" y="2315"/>
                    <a:pt x="373" y="2315"/>
                  </a:cubicBezTo>
                  <a:cubicBezTo>
                    <a:pt x="382" y="2320"/>
                    <a:pt x="390" y="2324"/>
                    <a:pt x="403" y="2328"/>
                  </a:cubicBezTo>
                  <a:lnTo>
                    <a:pt x="421" y="2332"/>
                  </a:lnTo>
                  <a:cubicBezTo>
                    <a:pt x="434" y="2337"/>
                    <a:pt x="451" y="2341"/>
                    <a:pt x="464" y="2350"/>
                  </a:cubicBezTo>
                  <a:lnTo>
                    <a:pt x="477" y="2350"/>
                  </a:lnTo>
                  <a:cubicBezTo>
                    <a:pt x="490" y="2354"/>
                    <a:pt x="503" y="2358"/>
                    <a:pt x="511" y="2363"/>
                  </a:cubicBezTo>
                  <a:cubicBezTo>
                    <a:pt x="520" y="2363"/>
                    <a:pt x="524" y="2367"/>
                    <a:pt x="529" y="2367"/>
                  </a:cubicBezTo>
                  <a:cubicBezTo>
                    <a:pt x="542" y="2371"/>
                    <a:pt x="555" y="2376"/>
                    <a:pt x="563" y="2376"/>
                  </a:cubicBezTo>
                  <a:cubicBezTo>
                    <a:pt x="568" y="2380"/>
                    <a:pt x="576" y="2380"/>
                    <a:pt x="581" y="2380"/>
                  </a:cubicBezTo>
                  <a:cubicBezTo>
                    <a:pt x="594" y="2384"/>
                    <a:pt x="611" y="2389"/>
                    <a:pt x="628" y="2393"/>
                  </a:cubicBezTo>
                  <a:cubicBezTo>
                    <a:pt x="650" y="2397"/>
                    <a:pt x="667" y="2402"/>
                    <a:pt x="689" y="2406"/>
                  </a:cubicBezTo>
                  <a:cubicBezTo>
                    <a:pt x="697" y="2406"/>
                    <a:pt x="702" y="2410"/>
                    <a:pt x="710" y="2410"/>
                  </a:cubicBezTo>
                  <a:cubicBezTo>
                    <a:pt x="723" y="2410"/>
                    <a:pt x="736" y="2415"/>
                    <a:pt x="749" y="2419"/>
                  </a:cubicBezTo>
                  <a:cubicBezTo>
                    <a:pt x="758" y="2419"/>
                    <a:pt x="767" y="2419"/>
                    <a:pt x="771" y="2423"/>
                  </a:cubicBezTo>
                  <a:cubicBezTo>
                    <a:pt x="784" y="2423"/>
                    <a:pt x="797" y="2423"/>
                    <a:pt x="810" y="2428"/>
                  </a:cubicBezTo>
                  <a:cubicBezTo>
                    <a:pt x="819" y="2428"/>
                    <a:pt x="827" y="2428"/>
                    <a:pt x="836" y="2432"/>
                  </a:cubicBezTo>
                  <a:cubicBezTo>
                    <a:pt x="849" y="2432"/>
                    <a:pt x="862" y="2432"/>
                    <a:pt x="875" y="2436"/>
                  </a:cubicBezTo>
                  <a:lnTo>
                    <a:pt x="896" y="2436"/>
                  </a:lnTo>
                  <a:cubicBezTo>
                    <a:pt x="909" y="2441"/>
                    <a:pt x="927" y="2441"/>
                    <a:pt x="944" y="2441"/>
                  </a:cubicBezTo>
                  <a:cubicBezTo>
                    <a:pt x="948" y="2441"/>
                    <a:pt x="953" y="2445"/>
                    <a:pt x="957" y="2445"/>
                  </a:cubicBezTo>
                  <a:cubicBezTo>
                    <a:pt x="974" y="2445"/>
                    <a:pt x="996" y="2445"/>
                    <a:pt x="1013" y="2449"/>
                  </a:cubicBezTo>
                  <a:lnTo>
                    <a:pt x="1217" y="2449"/>
                  </a:lnTo>
                  <a:cubicBezTo>
                    <a:pt x="1230" y="2449"/>
                    <a:pt x="1247" y="2445"/>
                    <a:pt x="1260" y="2445"/>
                  </a:cubicBezTo>
                  <a:lnTo>
                    <a:pt x="1277" y="2445"/>
                  </a:lnTo>
                  <a:cubicBezTo>
                    <a:pt x="1294" y="2445"/>
                    <a:pt x="1316" y="2441"/>
                    <a:pt x="1333" y="2441"/>
                  </a:cubicBezTo>
                  <a:cubicBezTo>
                    <a:pt x="1338" y="2441"/>
                    <a:pt x="1342" y="2441"/>
                    <a:pt x="1346" y="2436"/>
                  </a:cubicBezTo>
                  <a:cubicBezTo>
                    <a:pt x="1364" y="2436"/>
                    <a:pt x="1377" y="2436"/>
                    <a:pt x="1394" y="2432"/>
                  </a:cubicBezTo>
                  <a:lnTo>
                    <a:pt x="1416" y="2432"/>
                  </a:lnTo>
                  <a:cubicBezTo>
                    <a:pt x="1429" y="2428"/>
                    <a:pt x="1442" y="2428"/>
                    <a:pt x="1450" y="2423"/>
                  </a:cubicBezTo>
                  <a:lnTo>
                    <a:pt x="1476" y="2423"/>
                  </a:lnTo>
                  <a:cubicBezTo>
                    <a:pt x="1485" y="2419"/>
                    <a:pt x="1498" y="2419"/>
                    <a:pt x="1511" y="2415"/>
                  </a:cubicBezTo>
                  <a:cubicBezTo>
                    <a:pt x="1519" y="2415"/>
                    <a:pt x="1524" y="2410"/>
                    <a:pt x="1532" y="2410"/>
                  </a:cubicBezTo>
                  <a:cubicBezTo>
                    <a:pt x="1545" y="2410"/>
                    <a:pt x="1558" y="2406"/>
                    <a:pt x="1571" y="2402"/>
                  </a:cubicBezTo>
                  <a:cubicBezTo>
                    <a:pt x="1576" y="2402"/>
                    <a:pt x="1584" y="2402"/>
                    <a:pt x="1589" y="2397"/>
                  </a:cubicBezTo>
                  <a:cubicBezTo>
                    <a:pt x="1606" y="2397"/>
                    <a:pt x="1623" y="2393"/>
                    <a:pt x="1641" y="2389"/>
                  </a:cubicBezTo>
                  <a:cubicBezTo>
                    <a:pt x="1645" y="2389"/>
                    <a:pt x="1645" y="2384"/>
                    <a:pt x="1645" y="2384"/>
                  </a:cubicBezTo>
                  <a:cubicBezTo>
                    <a:pt x="1636" y="2354"/>
                    <a:pt x="1632" y="2320"/>
                    <a:pt x="1623" y="2285"/>
                  </a:cubicBezTo>
                  <a:cubicBezTo>
                    <a:pt x="1433" y="1472"/>
                    <a:pt x="1165" y="325"/>
                    <a:pt x="5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4176500" y="1403602"/>
              <a:ext cx="167065" cy="113782"/>
            </a:xfrm>
            <a:custGeom>
              <a:rect b="b" l="l" r="r" t="t"/>
              <a:pathLst>
                <a:path extrusionOk="0" h="1147" w="1684">
                  <a:moveTo>
                    <a:pt x="1038" y="0"/>
                  </a:moveTo>
                  <a:cubicBezTo>
                    <a:pt x="1013" y="9"/>
                    <a:pt x="987" y="17"/>
                    <a:pt x="961" y="26"/>
                  </a:cubicBezTo>
                  <a:cubicBezTo>
                    <a:pt x="909" y="43"/>
                    <a:pt x="861" y="65"/>
                    <a:pt x="814" y="87"/>
                  </a:cubicBezTo>
                  <a:lnTo>
                    <a:pt x="809" y="87"/>
                  </a:lnTo>
                  <a:cubicBezTo>
                    <a:pt x="762" y="108"/>
                    <a:pt x="718" y="130"/>
                    <a:pt x="671" y="156"/>
                  </a:cubicBezTo>
                  <a:lnTo>
                    <a:pt x="666" y="156"/>
                  </a:lnTo>
                  <a:cubicBezTo>
                    <a:pt x="623" y="182"/>
                    <a:pt x="580" y="208"/>
                    <a:pt x="537" y="234"/>
                  </a:cubicBezTo>
                  <a:cubicBezTo>
                    <a:pt x="532" y="238"/>
                    <a:pt x="532" y="238"/>
                    <a:pt x="528" y="238"/>
                  </a:cubicBezTo>
                  <a:cubicBezTo>
                    <a:pt x="485" y="264"/>
                    <a:pt x="446" y="294"/>
                    <a:pt x="403" y="325"/>
                  </a:cubicBezTo>
                  <a:cubicBezTo>
                    <a:pt x="403" y="325"/>
                    <a:pt x="398" y="329"/>
                    <a:pt x="398" y="329"/>
                  </a:cubicBezTo>
                  <a:cubicBezTo>
                    <a:pt x="359" y="359"/>
                    <a:pt x="316" y="394"/>
                    <a:pt x="277" y="424"/>
                  </a:cubicBezTo>
                  <a:cubicBezTo>
                    <a:pt x="277" y="428"/>
                    <a:pt x="277" y="428"/>
                    <a:pt x="273" y="428"/>
                  </a:cubicBezTo>
                  <a:cubicBezTo>
                    <a:pt x="234" y="463"/>
                    <a:pt x="199" y="498"/>
                    <a:pt x="160" y="532"/>
                  </a:cubicBezTo>
                  <a:cubicBezTo>
                    <a:pt x="160" y="537"/>
                    <a:pt x="160" y="537"/>
                    <a:pt x="160" y="537"/>
                  </a:cubicBezTo>
                  <a:cubicBezTo>
                    <a:pt x="121" y="576"/>
                    <a:pt x="87" y="614"/>
                    <a:pt x="52" y="653"/>
                  </a:cubicBezTo>
                  <a:lnTo>
                    <a:pt x="48" y="653"/>
                  </a:lnTo>
                  <a:cubicBezTo>
                    <a:pt x="30" y="675"/>
                    <a:pt x="17" y="697"/>
                    <a:pt x="0" y="714"/>
                  </a:cubicBezTo>
                  <a:cubicBezTo>
                    <a:pt x="0" y="714"/>
                    <a:pt x="0" y="714"/>
                    <a:pt x="0" y="718"/>
                  </a:cubicBezTo>
                  <a:cubicBezTo>
                    <a:pt x="415" y="788"/>
                    <a:pt x="917" y="930"/>
                    <a:pt x="1419" y="1147"/>
                  </a:cubicBezTo>
                  <a:cubicBezTo>
                    <a:pt x="1458" y="1090"/>
                    <a:pt x="1497" y="1034"/>
                    <a:pt x="1536" y="982"/>
                  </a:cubicBezTo>
                  <a:cubicBezTo>
                    <a:pt x="1584" y="913"/>
                    <a:pt x="1636" y="848"/>
                    <a:pt x="1683" y="788"/>
                  </a:cubicBezTo>
                  <a:cubicBezTo>
                    <a:pt x="1207" y="537"/>
                    <a:pt x="1056" y="255"/>
                    <a:pt x="10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4291878" y="1393286"/>
              <a:ext cx="125497" cy="78566"/>
            </a:xfrm>
            <a:custGeom>
              <a:rect b="b" l="l" r="r" t="t"/>
              <a:pathLst>
                <a:path extrusionOk="0" h="792" w="1265">
                  <a:moveTo>
                    <a:pt x="442" y="0"/>
                  </a:moveTo>
                  <a:cubicBezTo>
                    <a:pt x="399" y="5"/>
                    <a:pt x="356" y="5"/>
                    <a:pt x="317" y="9"/>
                  </a:cubicBezTo>
                  <a:cubicBezTo>
                    <a:pt x="312" y="9"/>
                    <a:pt x="312" y="9"/>
                    <a:pt x="312" y="13"/>
                  </a:cubicBezTo>
                  <a:cubicBezTo>
                    <a:pt x="291" y="13"/>
                    <a:pt x="274" y="13"/>
                    <a:pt x="256" y="18"/>
                  </a:cubicBezTo>
                  <a:lnTo>
                    <a:pt x="248" y="18"/>
                  </a:lnTo>
                  <a:cubicBezTo>
                    <a:pt x="230" y="22"/>
                    <a:pt x="209" y="22"/>
                    <a:pt x="191" y="26"/>
                  </a:cubicBezTo>
                  <a:lnTo>
                    <a:pt x="187" y="26"/>
                  </a:lnTo>
                  <a:cubicBezTo>
                    <a:pt x="122" y="39"/>
                    <a:pt x="62" y="52"/>
                    <a:pt x="1" y="65"/>
                  </a:cubicBezTo>
                  <a:cubicBezTo>
                    <a:pt x="14" y="299"/>
                    <a:pt x="148" y="558"/>
                    <a:pt x="598" y="792"/>
                  </a:cubicBezTo>
                  <a:cubicBezTo>
                    <a:pt x="827" y="511"/>
                    <a:pt x="1057" y="281"/>
                    <a:pt x="1264" y="126"/>
                  </a:cubicBezTo>
                  <a:cubicBezTo>
                    <a:pt x="1247" y="117"/>
                    <a:pt x="1225" y="113"/>
                    <a:pt x="1208" y="104"/>
                  </a:cubicBezTo>
                  <a:cubicBezTo>
                    <a:pt x="1191" y="100"/>
                    <a:pt x="1173" y="95"/>
                    <a:pt x="1152" y="87"/>
                  </a:cubicBezTo>
                  <a:lnTo>
                    <a:pt x="1147" y="87"/>
                  </a:lnTo>
                  <a:cubicBezTo>
                    <a:pt x="1134" y="82"/>
                    <a:pt x="1117" y="78"/>
                    <a:pt x="1100" y="74"/>
                  </a:cubicBezTo>
                  <a:cubicBezTo>
                    <a:pt x="1096" y="74"/>
                    <a:pt x="1091" y="74"/>
                    <a:pt x="1091" y="69"/>
                  </a:cubicBezTo>
                  <a:cubicBezTo>
                    <a:pt x="1070" y="65"/>
                    <a:pt x="1052" y="61"/>
                    <a:pt x="1031" y="57"/>
                  </a:cubicBezTo>
                  <a:cubicBezTo>
                    <a:pt x="1013" y="52"/>
                    <a:pt x="992" y="48"/>
                    <a:pt x="970" y="44"/>
                  </a:cubicBezTo>
                  <a:cubicBezTo>
                    <a:pt x="966" y="44"/>
                    <a:pt x="957" y="39"/>
                    <a:pt x="953" y="39"/>
                  </a:cubicBezTo>
                  <a:cubicBezTo>
                    <a:pt x="935" y="35"/>
                    <a:pt x="922" y="35"/>
                    <a:pt x="909" y="31"/>
                  </a:cubicBezTo>
                  <a:cubicBezTo>
                    <a:pt x="901" y="31"/>
                    <a:pt x="897" y="31"/>
                    <a:pt x="888" y="26"/>
                  </a:cubicBezTo>
                  <a:cubicBezTo>
                    <a:pt x="875" y="26"/>
                    <a:pt x="862" y="22"/>
                    <a:pt x="849" y="22"/>
                  </a:cubicBezTo>
                  <a:cubicBezTo>
                    <a:pt x="840" y="22"/>
                    <a:pt x="832" y="18"/>
                    <a:pt x="827" y="18"/>
                  </a:cubicBezTo>
                  <a:cubicBezTo>
                    <a:pt x="810" y="18"/>
                    <a:pt x="797" y="13"/>
                    <a:pt x="780" y="13"/>
                  </a:cubicBezTo>
                  <a:lnTo>
                    <a:pt x="767" y="13"/>
                  </a:lnTo>
                  <a:cubicBezTo>
                    <a:pt x="723" y="9"/>
                    <a:pt x="685" y="5"/>
                    <a:pt x="6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4362712" y="1410844"/>
              <a:ext cx="174804" cy="100589"/>
            </a:xfrm>
            <a:custGeom>
              <a:rect b="b" l="l" r="r" t="t"/>
              <a:pathLst>
                <a:path extrusionOk="0" h="1014" w="1762">
                  <a:moveTo>
                    <a:pt x="684" y="1"/>
                  </a:moveTo>
                  <a:cubicBezTo>
                    <a:pt x="481" y="143"/>
                    <a:pt x="239" y="377"/>
                    <a:pt x="1" y="671"/>
                  </a:cubicBezTo>
                  <a:cubicBezTo>
                    <a:pt x="377" y="840"/>
                    <a:pt x="762" y="875"/>
                    <a:pt x="1113" y="909"/>
                  </a:cubicBezTo>
                  <a:cubicBezTo>
                    <a:pt x="1346" y="931"/>
                    <a:pt x="1567" y="952"/>
                    <a:pt x="1762" y="1013"/>
                  </a:cubicBezTo>
                  <a:cubicBezTo>
                    <a:pt x="1705" y="901"/>
                    <a:pt x="1641" y="797"/>
                    <a:pt x="1567" y="697"/>
                  </a:cubicBezTo>
                  <a:cubicBezTo>
                    <a:pt x="1567" y="693"/>
                    <a:pt x="1567" y="693"/>
                    <a:pt x="1563" y="693"/>
                  </a:cubicBezTo>
                  <a:cubicBezTo>
                    <a:pt x="1554" y="680"/>
                    <a:pt x="1545" y="671"/>
                    <a:pt x="1537" y="658"/>
                  </a:cubicBezTo>
                  <a:cubicBezTo>
                    <a:pt x="1537" y="658"/>
                    <a:pt x="1537" y="658"/>
                    <a:pt x="1537" y="654"/>
                  </a:cubicBezTo>
                  <a:cubicBezTo>
                    <a:pt x="1528" y="645"/>
                    <a:pt x="1519" y="632"/>
                    <a:pt x="1506" y="619"/>
                  </a:cubicBezTo>
                  <a:cubicBezTo>
                    <a:pt x="1450" y="550"/>
                    <a:pt x="1385" y="481"/>
                    <a:pt x="1320" y="420"/>
                  </a:cubicBezTo>
                  <a:cubicBezTo>
                    <a:pt x="1320" y="416"/>
                    <a:pt x="1316" y="416"/>
                    <a:pt x="1316" y="416"/>
                  </a:cubicBezTo>
                  <a:cubicBezTo>
                    <a:pt x="1307" y="403"/>
                    <a:pt x="1299" y="399"/>
                    <a:pt x="1286" y="390"/>
                  </a:cubicBezTo>
                  <a:cubicBezTo>
                    <a:pt x="1286" y="386"/>
                    <a:pt x="1281" y="381"/>
                    <a:pt x="1277" y="381"/>
                  </a:cubicBezTo>
                  <a:cubicBezTo>
                    <a:pt x="1268" y="373"/>
                    <a:pt x="1260" y="364"/>
                    <a:pt x="1251" y="355"/>
                  </a:cubicBezTo>
                  <a:cubicBezTo>
                    <a:pt x="1247" y="355"/>
                    <a:pt x="1247" y="351"/>
                    <a:pt x="1242" y="347"/>
                  </a:cubicBezTo>
                  <a:cubicBezTo>
                    <a:pt x="1234" y="338"/>
                    <a:pt x="1225" y="334"/>
                    <a:pt x="1217" y="325"/>
                  </a:cubicBezTo>
                  <a:cubicBezTo>
                    <a:pt x="1212" y="321"/>
                    <a:pt x="1208" y="321"/>
                    <a:pt x="1204" y="316"/>
                  </a:cubicBezTo>
                  <a:cubicBezTo>
                    <a:pt x="1195" y="308"/>
                    <a:pt x="1186" y="304"/>
                    <a:pt x="1178" y="295"/>
                  </a:cubicBezTo>
                  <a:cubicBezTo>
                    <a:pt x="1173" y="291"/>
                    <a:pt x="1169" y="291"/>
                    <a:pt x="1165" y="286"/>
                  </a:cubicBezTo>
                  <a:cubicBezTo>
                    <a:pt x="1156" y="278"/>
                    <a:pt x="1147" y="273"/>
                    <a:pt x="1139" y="265"/>
                  </a:cubicBezTo>
                  <a:cubicBezTo>
                    <a:pt x="1134" y="260"/>
                    <a:pt x="1130" y="260"/>
                    <a:pt x="1130" y="256"/>
                  </a:cubicBezTo>
                  <a:cubicBezTo>
                    <a:pt x="1082" y="226"/>
                    <a:pt x="1039" y="191"/>
                    <a:pt x="992" y="161"/>
                  </a:cubicBezTo>
                  <a:cubicBezTo>
                    <a:pt x="987" y="161"/>
                    <a:pt x="983" y="156"/>
                    <a:pt x="979" y="152"/>
                  </a:cubicBezTo>
                  <a:cubicBezTo>
                    <a:pt x="970" y="148"/>
                    <a:pt x="961" y="143"/>
                    <a:pt x="953" y="139"/>
                  </a:cubicBezTo>
                  <a:cubicBezTo>
                    <a:pt x="944" y="135"/>
                    <a:pt x="940" y="130"/>
                    <a:pt x="935" y="126"/>
                  </a:cubicBezTo>
                  <a:cubicBezTo>
                    <a:pt x="927" y="122"/>
                    <a:pt x="918" y="117"/>
                    <a:pt x="909" y="113"/>
                  </a:cubicBezTo>
                  <a:cubicBezTo>
                    <a:pt x="905" y="109"/>
                    <a:pt x="896" y="104"/>
                    <a:pt x="892" y="100"/>
                  </a:cubicBezTo>
                  <a:cubicBezTo>
                    <a:pt x="883" y="96"/>
                    <a:pt x="875" y="92"/>
                    <a:pt x="866" y="87"/>
                  </a:cubicBezTo>
                  <a:cubicBezTo>
                    <a:pt x="857" y="83"/>
                    <a:pt x="853" y="79"/>
                    <a:pt x="844" y="79"/>
                  </a:cubicBezTo>
                  <a:cubicBezTo>
                    <a:pt x="836" y="74"/>
                    <a:pt x="831" y="70"/>
                    <a:pt x="823" y="66"/>
                  </a:cubicBezTo>
                  <a:cubicBezTo>
                    <a:pt x="814" y="61"/>
                    <a:pt x="810" y="57"/>
                    <a:pt x="801" y="53"/>
                  </a:cubicBezTo>
                  <a:cubicBezTo>
                    <a:pt x="793" y="48"/>
                    <a:pt x="784" y="44"/>
                    <a:pt x="775" y="40"/>
                  </a:cubicBezTo>
                  <a:cubicBezTo>
                    <a:pt x="771" y="40"/>
                    <a:pt x="762" y="35"/>
                    <a:pt x="754" y="31"/>
                  </a:cubicBezTo>
                  <a:cubicBezTo>
                    <a:pt x="745" y="27"/>
                    <a:pt x="736" y="22"/>
                    <a:pt x="728" y="18"/>
                  </a:cubicBezTo>
                  <a:cubicBezTo>
                    <a:pt x="723" y="18"/>
                    <a:pt x="715" y="14"/>
                    <a:pt x="710" y="9"/>
                  </a:cubicBezTo>
                  <a:cubicBezTo>
                    <a:pt x="702" y="5"/>
                    <a:pt x="693" y="1"/>
                    <a:pt x="6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4129278" y="1485541"/>
              <a:ext cx="181153" cy="137392"/>
            </a:xfrm>
            <a:custGeom>
              <a:rect b="b" l="l" r="r" t="t"/>
              <a:pathLst>
                <a:path extrusionOk="0" h="1385" w="1826">
                  <a:moveTo>
                    <a:pt x="394" y="0"/>
                  </a:moveTo>
                  <a:cubicBezTo>
                    <a:pt x="385" y="13"/>
                    <a:pt x="377" y="26"/>
                    <a:pt x="368" y="35"/>
                  </a:cubicBezTo>
                  <a:cubicBezTo>
                    <a:pt x="368" y="39"/>
                    <a:pt x="364" y="39"/>
                    <a:pt x="364" y="44"/>
                  </a:cubicBezTo>
                  <a:cubicBezTo>
                    <a:pt x="355" y="57"/>
                    <a:pt x="351" y="65"/>
                    <a:pt x="342" y="78"/>
                  </a:cubicBezTo>
                  <a:cubicBezTo>
                    <a:pt x="338" y="83"/>
                    <a:pt x="338" y="83"/>
                    <a:pt x="333" y="87"/>
                  </a:cubicBezTo>
                  <a:cubicBezTo>
                    <a:pt x="329" y="100"/>
                    <a:pt x="320" y="109"/>
                    <a:pt x="316" y="122"/>
                  </a:cubicBezTo>
                  <a:cubicBezTo>
                    <a:pt x="312" y="126"/>
                    <a:pt x="312" y="126"/>
                    <a:pt x="307" y="130"/>
                  </a:cubicBezTo>
                  <a:cubicBezTo>
                    <a:pt x="303" y="143"/>
                    <a:pt x="294" y="152"/>
                    <a:pt x="290" y="165"/>
                  </a:cubicBezTo>
                  <a:cubicBezTo>
                    <a:pt x="286" y="169"/>
                    <a:pt x="286" y="174"/>
                    <a:pt x="281" y="178"/>
                  </a:cubicBezTo>
                  <a:cubicBezTo>
                    <a:pt x="277" y="186"/>
                    <a:pt x="273" y="199"/>
                    <a:pt x="264" y="208"/>
                  </a:cubicBezTo>
                  <a:cubicBezTo>
                    <a:pt x="264" y="212"/>
                    <a:pt x="260" y="217"/>
                    <a:pt x="256" y="221"/>
                  </a:cubicBezTo>
                  <a:cubicBezTo>
                    <a:pt x="251" y="234"/>
                    <a:pt x="247" y="243"/>
                    <a:pt x="243" y="251"/>
                  </a:cubicBezTo>
                  <a:cubicBezTo>
                    <a:pt x="238" y="260"/>
                    <a:pt x="234" y="264"/>
                    <a:pt x="234" y="269"/>
                  </a:cubicBezTo>
                  <a:cubicBezTo>
                    <a:pt x="230" y="277"/>
                    <a:pt x="225" y="290"/>
                    <a:pt x="217" y="299"/>
                  </a:cubicBezTo>
                  <a:cubicBezTo>
                    <a:pt x="217" y="303"/>
                    <a:pt x="212" y="312"/>
                    <a:pt x="208" y="316"/>
                  </a:cubicBezTo>
                  <a:cubicBezTo>
                    <a:pt x="204" y="325"/>
                    <a:pt x="199" y="338"/>
                    <a:pt x="195" y="347"/>
                  </a:cubicBezTo>
                  <a:cubicBezTo>
                    <a:pt x="195" y="351"/>
                    <a:pt x="191" y="360"/>
                    <a:pt x="186" y="364"/>
                  </a:cubicBezTo>
                  <a:cubicBezTo>
                    <a:pt x="182" y="377"/>
                    <a:pt x="178" y="385"/>
                    <a:pt x="173" y="394"/>
                  </a:cubicBezTo>
                  <a:cubicBezTo>
                    <a:pt x="173" y="403"/>
                    <a:pt x="169" y="407"/>
                    <a:pt x="165" y="416"/>
                  </a:cubicBezTo>
                  <a:cubicBezTo>
                    <a:pt x="165" y="424"/>
                    <a:pt x="160" y="433"/>
                    <a:pt x="156" y="442"/>
                  </a:cubicBezTo>
                  <a:cubicBezTo>
                    <a:pt x="152" y="450"/>
                    <a:pt x="152" y="459"/>
                    <a:pt x="147" y="463"/>
                  </a:cubicBezTo>
                  <a:cubicBezTo>
                    <a:pt x="143" y="476"/>
                    <a:pt x="139" y="485"/>
                    <a:pt x="139" y="494"/>
                  </a:cubicBezTo>
                  <a:cubicBezTo>
                    <a:pt x="134" y="502"/>
                    <a:pt x="130" y="507"/>
                    <a:pt x="130" y="515"/>
                  </a:cubicBezTo>
                  <a:cubicBezTo>
                    <a:pt x="126" y="524"/>
                    <a:pt x="121" y="533"/>
                    <a:pt x="117" y="541"/>
                  </a:cubicBezTo>
                  <a:cubicBezTo>
                    <a:pt x="117" y="550"/>
                    <a:pt x="113" y="559"/>
                    <a:pt x="108" y="567"/>
                  </a:cubicBezTo>
                  <a:cubicBezTo>
                    <a:pt x="108" y="576"/>
                    <a:pt x="104" y="585"/>
                    <a:pt x="104" y="593"/>
                  </a:cubicBezTo>
                  <a:cubicBezTo>
                    <a:pt x="100" y="602"/>
                    <a:pt x="95" y="610"/>
                    <a:pt x="95" y="623"/>
                  </a:cubicBezTo>
                  <a:cubicBezTo>
                    <a:pt x="91" y="628"/>
                    <a:pt x="91" y="636"/>
                    <a:pt x="87" y="645"/>
                  </a:cubicBezTo>
                  <a:cubicBezTo>
                    <a:pt x="82" y="658"/>
                    <a:pt x="82" y="667"/>
                    <a:pt x="78" y="680"/>
                  </a:cubicBezTo>
                  <a:cubicBezTo>
                    <a:pt x="78" y="684"/>
                    <a:pt x="74" y="693"/>
                    <a:pt x="74" y="697"/>
                  </a:cubicBezTo>
                  <a:cubicBezTo>
                    <a:pt x="69" y="714"/>
                    <a:pt x="65" y="732"/>
                    <a:pt x="61" y="749"/>
                  </a:cubicBezTo>
                  <a:cubicBezTo>
                    <a:pt x="56" y="766"/>
                    <a:pt x="52" y="784"/>
                    <a:pt x="48" y="801"/>
                  </a:cubicBezTo>
                  <a:cubicBezTo>
                    <a:pt x="48" y="805"/>
                    <a:pt x="48" y="809"/>
                    <a:pt x="48" y="814"/>
                  </a:cubicBezTo>
                  <a:cubicBezTo>
                    <a:pt x="44" y="827"/>
                    <a:pt x="39" y="840"/>
                    <a:pt x="39" y="848"/>
                  </a:cubicBezTo>
                  <a:cubicBezTo>
                    <a:pt x="39" y="857"/>
                    <a:pt x="35" y="861"/>
                    <a:pt x="35" y="866"/>
                  </a:cubicBezTo>
                  <a:cubicBezTo>
                    <a:pt x="35" y="879"/>
                    <a:pt x="31" y="896"/>
                    <a:pt x="26" y="913"/>
                  </a:cubicBezTo>
                  <a:cubicBezTo>
                    <a:pt x="26" y="918"/>
                    <a:pt x="26" y="922"/>
                    <a:pt x="26" y="926"/>
                  </a:cubicBezTo>
                  <a:cubicBezTo>
                    <a:pt x="26" y="939"/>
                    <a:pt x="22" y="948"/>
                    <a:pt x="22" y="961"/>
                  </a:cubicBezTo>
                  <a:cubicBezTo>
                    <a:pt x="22" y="965"/>
                    <a:pt x="18" y="974"/>
                    <a:pt x="18" y="978"/>
                  </a:cubicBezTo>
                  <a:cubicBezTo>
                    <a:pt x="18" y="991"/>
                    <a:pt x="18" y="1000"/>
                    <a:pt x="18" y="1008"/>
                  </a:cubicBezTo>
                  <a:cubicBezTo>
                    <a:pt x="13" y="1017"/>
                    <a:pt x="13" y="1021"/>
                    <a:pt x="13" y="1030"/>
                  </a:cubicBezTo>
                  <a:cubicBezTo>
                    <a:pt x="13" y="1043"/>
                    <a:pt x="9" y="1056"/>
                    <a:pt x="9" y="1073"/>
                  </a:cubicBezTo>
                  <a:cubicBezTo>
                    <a:pt x="9" y="1082"/>
                    <a:pt x="9" y="1091"/>
                    <a:pt x="9" y="1099"/>
                  </a:cubicBezTo>
                  <a:lnTo>
                    <a:pt x="5" y="1117"/>
                  </a:lnTo>
                  <a:cubicBezTo>
                    <a:pt x="5" y="1125"/>
                    <a:pt x="5" y="1138"/>
                    <a:pt x="5" y="1147"/>
                  </a:cubicBezTo>
                  <a:cubicBezTo>
                    <a:pt x="5" y="1151"/>
                    <a:pt x="5" y="1156"/>
                    <a:pt x="5" y="1160"/>
                  </a:cubicBezTo>
                  <a:cubicBezTo>
                    <a:pt x="5" y="1195"/>
                    <a:pt x="0" y="1229"/>
                    <a:pt x="5" y="1264"/>
                  </a:cubicBezTo>
                  <a:cubicBezTo>
                    <a:pt x="5" y="1268"/>
                    <a:pt x="5" y="1268"/>
                    <a:pt x="5" y="1272"/>
                  </a:cubicBezTo>
                  <a:cubicBezTo>
                    <a:pt x="5" y="1311"/>
                    <a:pt x="5" y="1350"/>
                    <a:pt x="9" y="1385"/>
                  </a:cubicBezTo>
                  <a:cubicBezTo>
                    <a:pt x="130" y="1255"/>
                    <a:pt x="273" y="1121"/>
                    <a:pt x="429" y="1004"/>
                  </a:cubicBezTo>
                  <a:cubicBezTo>
                    <a:pt x="660" y="841"/>
                    <a:pt x="921" y="723"/>
                    <a:pt x="1201" y="723"/>
                  </a:cubicBezTo>
                  <a:cubicBezTo>
                    <a:pt x="1329" y="723"/>
                    <a:pt x="1462" y="748"/>
                    <a:pt x="1597" y="805"/>
                  </a:cubicBezTo>
                  <a:cubicBezTo>
                    <a:pt x="1670" y="675"/>
                    <a:pt x="1748" y="546"/>
                    <a:pt x="1826" y="424"/>
                  </a:cubicBezTo>
                  <a:cubicBezTo>
                    <a:pt x="1311" y="208"/>
                    <a:pt x="805" y="65"/>
                    <a:pt x="3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10"/>
          <p:cNvGrpSpPr/>
          <p:nvPr/>
        </p:nvGrpSpPr>
        <p:grpSpPr>
          <a:xfrm>
            <a:off x="1963125" y="2016250"/>
            <a:ext cx="2571525" cy="2089925"/>
            <a:chOff x="1963125" y="1940050"/>
            <a:chExt cx="2571525" cy="2089925"/>
          </a:xfrm>
        </p:grpSpPr>
        <p:sp>
          <p:nvSpPr>
            <p:cNvPr id="520" name="Google Shape;520;p10"/>
            <p:cNvSpPr/>
            <p:nvPr/>
          </p:nvSpPr>
          <p:spPr>
            <a:xfrm>
              <a:off x="3469050" y="2831400"/>
              <a:ext cx="1065600" cy="307200"/>
            </a:xfrm>
            <a:prstGeom prst="roundRect">
              <a:avLst>
                <a:gd fmla="val 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Florida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1963125" y="1940050"/>
              <a:ext cx="1065600" cy="3072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Auburn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1963125" y="3722775"/>
              <a:ext cx="1065600" cy="3072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Florida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" name="Google Shape;523;p10"/>
            <p:cNvCxnSpPr>
              <a:stCxn id="521" idx="3"/>
              <a:endCxn id="520" idx="1"/>
            </p:cNvCxnSpPr>
            <p:nvPr/>
          </p:nvCxnSpPr>
          <p:spPr>
            <a:xfrm>
              <a:off x="3028725" y="2093650"/>
              <a:ext cx="440400" cy="891300"/>
            </a:xfrm>
            <a:prstGeom prst="bentConnector3">
              <a:avLst>
                <a:gd fmla="val 4999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10"/>
            <p:cNvCxnSpPr>
              <a:stCxn id="522" idx="3"/>
              <a:endCxn id="520" idx="1"/>
            </p:cNvCxnSpPr>
            <p:nvPr/>
          </p:nvCxnSpPr>
          <p:spPr>
            <a:xfrm flipH="1" rot="10800000">
              <a:off x="3028725" y="2985075"/>
              <a:ext cx="440400" cy="891300"/>
            </a:xfrm>
            <a:prstGeom prst="bentConnector3">
              <a:avLst>
                <a:gd fmla="val 4999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5" name="Google Shape;525;p10"/>
          <p:cNvGrpSpPr/>
          <p:nvPr/>
        </p:nvGrpSpPr>
        <p:grpSpPr>
          <a:xfrm>
            <a:off x="4609350" y="2016250"/>
            <a:ext cx="2763225" cy="2089925"/>
            <a:chOff x="4609350" y="1940050"/>
            <a:chExt cx="2763225" cy="2089925"/>
          </a:xfrm>
        </p:grpSpPr>
        <p:sp>
          <p:nvSpPr>
            <p:cNvPr id="526" name="Google Shape;526;p10"/>
            <p:cNvSpPr/>
            <p:nvPr/>
          </p:nvSpPr>
          <p:spPr>
            <a:xfrm>
              <a:off x="4609350" y="2831400"/>
              <a:ext cx="1065600" cy="307200"/>
            </a:xfrm>
            <a:prstGeom prst="roundRect">
              <a:avLst>
                <a:gd fmla="val 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Duke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6115275" y="3722775"/>
              <a:ext cx="1257300" cy="3072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Tennessee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8" name="Google Shape;528;p10"/>
            <p:cNvCxnSpPr>
              <a:stCxn id="526" idx="3"/>
              <a:endCxn id="529" idx="1"/>
            </p:cNvCxnSpPr>
            <p:nvPr/>
          </p:nvCxnSpPr>
          <p:spPr>
            <a:xfrm flipH="1" rot="10800000">
              <a:off x="5674950" y="2093700"/>
              <a:ext cx="440400" cy="891300"/>
            </a:xfrm>
            <a:prstGeom prst="bentConnector3">
              <a:avLst>
                <a:gd fmla="val 4999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10"/>
            <p:cNvCxnSpPr>
              <a:stCxn id="526" idx="3"/>
              <a:endCxn id="527" idx="1"/>
            </p:cNvCxnSpPr>
            <p:nvPr/>
          </p:nvCxnSpPr>
          <p:spPr>
            <a:xfrm>
              <a:off x="5674950" y="2985000"/>
              <a:ext cx="440400" cy="891300"/>
            </a:xfrm>
            <a:prstGeom prst="bentConnector3">
              <a:avLst>
                <a:gd fmla="val 4999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9" name="Google Shape;529;p10"/>
            <p:cNvSpPr/>
            <p:nvPr/>
          </p:nvSpPr>
          <p:spPr>
            <a:xfrm>
              <a:off x="6115275" y="1940050"/>
              <a:ext cx="1065600" cy="3072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Duke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1" name="Google Shape;5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50" y="1592250"/>
            <a:ext cx="978024" cy="86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150" y="3456775"/>
            <a:ext cx="1357431" cy="86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4275" y="1723653"/>
            <a:ext cx="905976" cy="80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4275" y="3549975"/>
            <a:ext cx="905976" cy="90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7125" y="1592250"/>
            <a:ext cx="934500" cy="59420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0"/>
          <p:cNvSpPr txBox="1"/>
          <p:nvPr/>
        </p:nvSpPr>
        <p:spPr>
          <a:xfrm>
            <a:off x="2277600" y="2740525"/>
            <a:ext cx="934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58%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10"/>
          <p:cNvSpPr txBox="1"/>
          <p:nvPr/>
        </p:nvSpPr>
        <p:spPr>
          <a:xfrm>
            <a:off x="5960550" y="2816725"/>
            <a:ext cx="672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76%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10"/>
          <p:cNvSpPr txBox="1"/>
          <p:nvPr/>
        </p:nvSpPr>
        <p:spPr>
          <a:xfrm>
            <a:off x="4215600" y="3341375"/>
            <a:ext cx="712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58%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11" title="Screenshot 2025-03-26 at 3.39.5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487" y="91218"/>
            <a:ext cx="7975025" cy="496106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1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45" name="Google Shape;54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2"/>
          <p:cNvSpPr txBox="1"/>
          <p:nvPr>
            <p:ph idx="12" type="sldNum"/>
          </p:nvPr>
        </p:nvSpPr>
        <p:spPr>
          <a:xfrm>
            <a:off x="8472458" y="91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descr="A green alligator head with orange and blue accents&#10;&#10;AI-generated content may be incorrect." id="551" name="Google Shape;5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3841" y="2300700"/>
            <a:ext cx="857753" cy="5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2"/>
          <p:cNvSpPr txBox="1"/>
          <p:nvPr/>
        </p:nvSpPr>
        <p:spPr>
          <a:xfrm>
            <a:off x="3046424" y="949195"/>
            <a:ext cx="34307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2180159" y="2110085"/>
            <a:ext cx="47836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en" sz="5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Let’s Go Gators!</a:t>
            </a:r>
            <a:endParaRPr b="1" i="0" sz="5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 txBox="1"/>
          <p:nvPr/>
        </p:nvSpPr>
        <p:spPr>
          <a:xfrm>
            <a:off x="3625909" y="3270975"/>
            <a:ext cx="22717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Maroon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59" y="128746"/>
            <a:ext cx="548700" cy="71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sketball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F0BF1A"/>
      </a:accent1>
      <a:accent2>
        <a:srgbClr val="F8812F"/>
      </a:accent2>
      <a:accent3>
        <a:srgbClr val="FF5714"/>
      </a:accent3>
      <a:accent4>
        <a:srgbClr val="DB271B"/>
      </a:accent4>
      <a:accent5>
        <a:srgbClr val="00B7B3"/>
      </a:accent5>
      <a:accent6>
        <a:srgbClr val="00546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